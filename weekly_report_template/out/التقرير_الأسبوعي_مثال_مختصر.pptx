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7560000" cy="10692000"/>
  <p:notesSz cx="6858000" cy="9144000"/>
  <p:defaultTextStyle>
    <a:defPPr>
      <a:defRPr lang="ar-SA"/>
    </a:defPPr>
    <a:lvl1pPr marL="0" algn="l" defTabSz="457200" rtl="0" eaLnBrk="1" latinLnBrk="0" hangingPunct="1">
      <a:defRPr sz="1800" kern="1200" lang="ar-SA">
        <a:solidFill>
          <a:schemeClr val="tx1"/>
        </a:solidFill>
        <a:latin typeface="+mn-lt"/>
        <a:ea typeface="+mn-ea"/>
        <a:cs typeface="+mn-cs"/>
      </a:defRPr>
    </a:lvl1pPr>
    <a:lvl2pPr marL="457200" algn="l" defTabSz="457200" rtl="0" eaLnBrk="1" latinLnBrk="0" hangingPunct="1">
      <a:defRPr sz="1800" kern="1200" lang="ar-SA">
        <a:solidFill>
          <a:schemeClr val="tx1"/>
        </a:solidFill>
        <a:latin typeface="+mn-lt"/>
        <a:ea typeface="+mn-ea"/>
        <a:cs typeface="+mn-cs"/>
      </a:defRPr>
    </a:lvl2pPr>
    <a:lvl3pPr marL="914400" algn="l" defTabSz="457200" rtl="0" eaLnBrk="1" latinLnBrk="0" hangingPunct="1">
      <a:defRPr sz="1800" kern="1200" lang="ar-SA">
        <a:solidFill>
          <a:schemeClr val="tx1"/>
        </a:solidFill>
        <a:latin typeface="+mn-lt"/>
        <a:ea typeface="+mn-ea"/>
        <a:cs typeface="+mn-cs"/>
      </a:defRPr>
    </a:lvl3pPr>
    <a:lvl4pPr marL="1371600" algn="l" defTabSz="457200" rtl="0" eaLnBrk="1" latinLnBrk="0" hangingPunct="1">
      <a:defRPr sz="1800" kern="1200" lang="ar-SA">
        <a:solidFill>
          <a:schemeClr val="tx1"/>
        </a:solidFill>
        <a:latin typeface="+mn-lt"/>
        <a:ea typeface="+mn-ea"/>
        <a:cs typeface="+mn-cs"/>
      </a:defRPr>
    </a:lvl4pPr>
    <a:lvl5pPr marL="1828800" algn="l" defTabSz="457200" rtl="0" eaLnBrk="1" latinLnBrk="0" hangingPunct="1">
      <a:defRPr sz="1800" kern="1200" lang="ar-SA">
        <a:solidFill>
          <a:schemeClr val="tx1"/>
        </a:solidFill>
        <a:latin typeface="+mn-lt"/>
        <a:ea typeface="+mn-ea"/>
        <a:cs typeface="+mn-cs"/>
      </a:defRPr>
    </a:lvl5pPr>
    <a:lvl6pPr marL="2286000" algn="l" defTabSz="457200" rtl="0" eaLnBrk="1" latinLnBrk="0" hangingPunct="1">
      <a:defRPr sz="1800" kern="1200" lang="ar-SA">
        <a:solidFill>
          <a:schemeClr val="tx1"/>
        </a:solidFill>
        <a:latin typeface="+mn-lt"/>
        <a:ea typeface="+mn-ea"/>
        <a:cs typeface="+mn-cs"/>
      </a:defRPr>
    </a:lvl6pPr>
    <a:lvl7pPr marL="2743200" algn="l" defTabSz="457200" rtl="0" eaLnBrk="1" latinLnBrk="0" hangingPunct="1">
      <a:defRPr sz="1800" kern="1200" lang="ar-SA">
        <a:solidFill>
          <a:schemeClr val="tx1"/>
        </a:solidFill>
        <a:latin typeface="+mn-lt"/>
        <a:ea typeface="+mn-ea"/>
        <a:cs typeface="+mn-cs"/>
      </a:defRPr>
    </a:lvl7pPr>
    <a:lvl8pPr marL="3200400" algn="l" defTabSz="457200" rtl="0" eaLnBrk="1" latinLnBrk="0" hangingPunct="1">
      <a:defRPr sz="1800" kern="1200" lang="ar-SA">
        <a:solidFill>
          <a:schemeClr val="tx1"/>
        </a:solidFill>
        <a:latin typeface="+mn-lt"/>
        <a:ea typeface="+mn-ea"/>
        <a:cs typeface="+mn-cs"/>
      </a:defRPr>
    </a:lvl8pPr>
    <a:lvl9pPr marL="3657600" algn="l" defTabSz="457200" rtl="0" eaLnBrk="1" latinLnBrk="0" hangingPunct="1">
      <a:defRPr sz="1800" kern="1200" lang="ar-SA">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دليل سريع: اكتب داخل الحقول الإرشادية (لا تُطبع إن بقيت فارغة). لأسبوع جديد: Ctrl+D على هذه الشريحة فيزيد العداد تلقائيًا. للتصدير: ملف ← تصدير ← PDF ← خيارات ← الشريحة الحالية. التفاصيل في الشريحة المخفية الأخيرة.</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دليل سريع: اكتب داخل الحقول الإرشادية (لا تُطبع إن بقيت فارغة). لأسبوع جديد: Ctrl+D على هذه الشريحة فيزيد العداد تلقائيًا. للتصدير: ملف ← تصدير ← PDF ← خيارات ← الشريحة الحالية. التفاصيل في الشريحة المخفية الأخيرة.</a:t>
            </a:r>
          </a:p>
        </p:txBody>
      </p:sp>
      <p:sp>
        <p:nvSpPr>
          <p:cNvPr id="4" name="Slide Number Placeholder 3"/>
          <p:cNvSpPr>
            <a:spLocks noGrp="1"/>
          </p:cNvSpPr>
          <p:nvPr>
            <p:ph type="sldNum" idx="5" sz="quarter"/>
          </p:nvPr>
        </p:nvSpPr>
        <p:spPr/>
      </p:sp>
    </p:spTree>
  </p:cSld>
  <p:clrMapOvr>
    <a:masterClrMapping/>
  </p:clrMapOvr>
</p:note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صفحة فارغة">
    <p:spTree>
      <p:nvGrpSpPr>
        <p:cNvPr id="1" name=""/>
        <p:cNvGrpSpPr/>
        <p:nvPr/>
      </p:nvGrpSpPr>
      <p:grpSpPr>
        <a:xfrm>
          <a:off x="0" y="0"/>
          <a:ext cx="0" cy="0"/>
          <a:chOff x="0" y="0"/>
          <a:chExt cx="0" cy="0"/>
        </a:xfrm>
      </p:grpSpPr>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التقرير الأسبوعي">
    <p:spTree>
      <p:nvGrpSpPr>
        <p:cNvPr id="1" name=""/>
        <p:cNvGrpSpPr/>
        <p:nvPr/>
      </p:nvGrpSpPr>
      <p:grpSpPr>
        <a:xfrm>
          <a:off x="0" y="0"/>
          <a:ext cx="0" cy="0"/>
          <a:chOff x="0" y="0"/>
          <a:chExt cx="0" cy="0"/>
        </a:xfrm>
      </p:grpSpPr>
      <p:sp>
        <p:nvSpPr>
          <p:cNvPr id="2" name="لوحة الترويسة"/>
          <p:cNvSpPr/>
          <p:nvPr/>
        </p:nvSpPr>
        <p:spPr>
          <a:xfrm>
            <a:off x="0" y="0"/>
            <a:ext cx="7560000" cy="1656000"/>
          </a:xfrm>
          <a:prstGeom prst="rect">
            <a:avLst/>
          </a:prstGeom>
          <a:gradFill rotWithShape="1">
            <a:gsLst>
              <a:gs pos="0">
                <a:srgbClr val="273470"/>
              </a:gs>
              <a:gs pos="100000">
                <a:srgbClr val="1B2452"/>
              </a:gs>
            </a:gsLst>
            <a:lin ang="1200000" scaled="0"/>
          </a:gradFill>
          <a:ln>
            <a:noFill/>
          </a:ln>
        </p:spPr>
      </p:sp>
      <p:cxnSp>
        <p:nvCxnSpPr>
          <p:cNvPr id="3" name="خط زخرفي"/>
          <p:cNvCxnSpPr/>
          <p:nvPr/>
        </p:nvCxnSpPr>
        <p:spPr>
          <a:xfrm flipV="1">
            <a:off x="1638000" y="396000"/>
            <a:ext cx="198000" cy="234000"/>
          </a:xfrm>
          <a:prstGeom prst="line">
            <a:avLst/>
          </a:prstGeom>
          <a:ln w="6350" cap="rnd">
            <a:solidFill>
              <a:srgbClr val="66CCFF">
                <a:alpha val="30000"/>
              </a:srgbClr>
            </a:solidFill>
            <a:round/>
          </a:ln>
        </p:spPr>
      </p:cxnSp>
      <p:cxnSp>
        <p:nvCxnSpPr>
          <p:cNvPr id="4" name="خط زخرفي"/>
          <p:cNvCxnSpPr/>
          <p:nvPr/>
        </p:nvCxnSpPr>
        <p:spPr>
          <a:xfrm>
            <a:off x="1836000" y="396000"/>
            <a:ext cx="216000" cy="126000"/>
          </a:xfrm>
          <a:prstGeom prst="line">
            <a:avLst/>
          </a:prstGeom>
          <a:ln w="6350" cap="rnd">
            <a:solidFill>
              <a:srgbClr val="66CCFF">
                <a:alpha val="30000"/>
              </a:srgbClr>
            </a:solidFill>
            <a:round/>
          </a:ln>
        </p:spPr>
      </p:cxnSp>
      <p:cxnSp>
        <p:nvCxnSpPr>
          <p:cNvPr id="5" name="خط زخرفي"/>
          <p:cNvCxnSpPr/>
          <p:nvPr/>
        </p:nvCxnSpPr>
        <p:spPr>
          <a:xfrm flipV="1">
            <a:off x="2052000" y="234000"/>
            <a:ext cx="198000" cy="288000"/>
          </a:xfrm>
          <a:prstGeom prst="line">
            <a:avLst/>
          </a:prstGeom>
          <a:ln w="6350" cap="rnd">
            <a:solidFill>
              <a:srgbClr val="66CCFF">
                <a:alpha val="30000"/>
              </a:srgbClr>
            </a:solidFill>
            <a:round/>
          </a:ln>
        </p:spPr>
      </p:cxnSp>
      <p:cxnSp>
        <p:nvCxnSpPr>
          <p:cNvPr id="6" name="خط زخرفي"/>
          <p:cNvCxnSpPr/>
          <p:nvPr/>
        </p:nvCxnSpPr>
        <p:spPr>
          <a:xfrm>
            <a:off x="2250000" y="234000"/>
            <a:ext cx="216000" cy="126000"/>
          </a:xfrm>
          <a:prstGeom prst="line">
            <a:avLst/>
          </a:prstGeom>
          <a:ln w="6350" cap="rnd">
            <a:solidFill>
              <a:srgbClr val="66CCFF">
                <a:alpha val="30000"/>
              </a:srgbClr>
            </a:solidFill>
            <a:round/>
          </a:ln>
        </p:spPr>
      </p:cxnSp>
      <p:cxnSp>
        <p:nvCxnSpPr>
          <p:cNvPr id="7" name="خط زخرفي"/>
          <p:cNvCxnSpPr/>
          <p:nvPr/>
        </p:nvCxnSpPr>
        <p:spPr>
          <a:xfrm flipV="1">
            <a:off x="2466000" y="90000"/>
            <a:ext cx="198000" cy="270000"/>
          </a:xfrm>
          <a:prstGeom prst="line">
            <a:avLst/>
          </a:prstGeom>
          <a:ln w="6350" cap="rnd">
            <a:solidFill>
              <a:srgbClr val="66CCFF">
                <a:alpha val="30000"/>
              </a:srgbClr>
            </a:solidFill>
            <a:round/>
          </a:ln>
        </p:spPr>
      </p:cxnSp>
      <p:cxnSp>
        <p:nvCxnSpPr>
          <p:cNvPr id="8" name="خط زخرفي"/>
          <p:cNvCxnSpPr/>
          <p:nvPr/>
        </p:nvCxnSpPr>
        <p:spPr>
          <a:xfrm>
            <a:off x="2664000" y="90000"/>
            <a:ext cx="198000" cy="162000"/>
          </a:xfrm>
          <a:prstGeom prst="line">
            <a:avLst/>
          </a:prstGeom>
          <a:ln w="6350" cap="rnd">
            <a:solidFill>
              <a:srgbClr val="66CCFF">
                <a:alpha val="30000"/>
              </a:srgbClr>
            </a:solidFill>
            <a:round/>
          </a:ln>
        </p:spPr>
      </p:cxnSp>
      <p:cxnSp>
        <p:nvCxnSpPr>
          <p:cNvPr id="9" name="خط زخرفي"/>
          <p:cNvCxnSpPr/>
          <p:nvPr/>
        </p:nvCxnSpPr>
        <p:spPr>
          <a:xfrm flipV="1">
            <a:off x="2862000" y="28800"/>
            <a:ext cx="180000" cy="223200"/>
          </a:xfrm>
          <a:prstGeom prst="line">
            <a:avLst/>
          </a:prstGeom>
          <a:ln w="6350" cap="rnd">
            <a:solidFill>
              <a:srgbClr val="66CCFF">
                <a:alpha val="30000"/>
              </a:srgbClr>
            </a:solidFill>
            <a:round/>
          </a:ln>
        </p:spPr>
      </p:cxnSp>
      <p:cxnSp>
        <p:nvCxnSpPr>
          <p:cNvPr id="10" name="خط زخرفي"/>
          <p:cNvCxnSpPr/>
          <p:nvPr/>
        </p:nvCxnSpPr>
        <p:spPr>
          <a:xfrm>
            <a:off x="2052000" y="522000"/>
            <a:ext cx="126000" cy="252000"/>
          </a:xfrm>
          <a:prstGeom prst="line">
            <a:avLst/>
          </a:prstGeom>
          <a:ln w="6350" cap="rnd">
            <a:solidFill>
              <a:srgbClr val="66CCFF">
                <a:alpha val="30000"/>
              </a:srgbClr>
            </a:solidFill>
            <a:round/>
          </a:ln>
        </p:spPr>
      </p:cxnSp>
      <p:cxnSp>
        <p:nvCxnSpPr>
          <p:cNvPr id="11" name="خط زخرفي"/>
          <p:cNvCxnSpPr/>
          <p:nvPr/>
        </p:nvCxnSpPr>
        <p:spPr>
          <a:xfrm>
            <a:off x="2466000" y="360000"/>
            <a:ext cx="108000" cy="234000"/>
          </a:xfrm>
          <a:prstGeom prst="line">
            <a:avLst/>
          </a:prstGeom>
          <a:ln w="6350" cap="rnd">
            <a:solidFill>
              <a:srgbClr val="66CCFF">
                <a:alpha val="30000"/>
              </a:srgbClr>
            </a:solidFill>
            <a:round/>
          </a:ln>
        </p:spPr>
      </p:cxnSp>
      <p:sp>
        <p:nvSpPr>
          <p:cNvPr id="12" name="عقدة زخرفية"/>
          <p:cNvSpPr/>
          <p:nvPr/>
        </p:nvSpPr>
        <p:spPr>
          <a:xfrm>
            <a:off x="1580400" y="572400"/>
            <a:ext cx="115200" cy="115200"/>
          </a:xfrm>
          <a:prstGeom prst="ellipse">
            <a:avLst/>
          </a:prstGeom>
          <a:solidFill>
            <a:srgbClr val="66CCFF">
              <a:alpha val="55000"/>
            </a:srgbClr>
          </a:solidFill>
          <a:ln>
            <a:noFill/>
          </a:ln>
        </p:spPr>
      </p:sp>
      <p:sp>
        <p:nvSpPr>
          <p:cNvPr id="13" name="عقدة زخرفية"/>
          <p:cNvSpPr/>
          <p:nvPr/>
        </p:nvSpPr>
        <p:spPr>
          <a:xfrm>
            <a:off x="1800000" y="360000"/>
            <a:ext cx="72000" cy="72000"/>
          </a:xfrm>
          <a:prstGeom prst="ellipse">
            <a:avLst/>
          </a:prstGeom>
          <a:solidFill>
            <a:srgbClr val="66CCFF">
              <a:alpha val="55000"/>
            </a:srgbClr>
          </a:solidFill>
          <a:ln>
            <a:noFill/>
          </a:ln>
        </p:spPr>
      </p:sp>
      <p:sp>
        <p:nvSpPr>
          <p:cNvPr id="14" name="عقدة زخرفية"/>
          <p:cNvSpPr/>
          <p:nvPr/>
        </p:nvSpPr>
        <p:spPr>
          <a:xfrm>
            <a:off x="2016000" y="486000"/>
            <a:ext cx="72000" cy="72000"/>
          </a:xfrm>
          <a:prstGeom prst="ellipse">
            <a:avLst/>
          </a:prstGeom>
          <a:solidFill>
            <a:srgbClr val="66CCFF">
              <a:alpha val="55000"/>
            </a:srgbClr>
          </a:solidFill>
          <a:ln>
            <a:noFill/>
          </a:ln>
        </p:spPr>
      </p:sp>
      <p:sp>
        <p:nvSpPr>
          <p:cNvPr id="15" name="عقدة زخرفية"/>
          <p:cNvSpPr/>
          <p:nvPr/>
        </p:nvSpPr>
        <p:spPr>
          <a:xfrm>
            <a:off x="2192400" y="176400"/>
            <a:ext cx="115200" cy="115200"/>
          </a:xfrm>
          <a:prstGeom prst="ellipse">
            <a:avLst/>
          </a:prstGeom>
          <a:solidFill>
            <a:srgbClr val="33CC99">
              <a:alpha val="55000"/>
            </a:srgbClr>
          </a:solidFill>
          <a:ln>
            <a:noFill/>
          </a:ln>
        </p:spPr>
      </p:sp>
      <p:sp>
        <p:nvSpPr>
          <p:cNvPr id="16" name="عقدة زخرفية"/>
          <p:cNvSpPr/>
          <p:nvPr/>
        </p:nvSpPr>
        <p:spPr>
          <a:xfrm>
            <a:off x="2430000" y="324000"/>
            <a:ext cx="72000" cy="72000"/>
          </a:xfrm>
          <a:prstGeom prst="ellipse">
            <a:avLst/>
          </a:prstGeom>
          <a:solidFill>
            <a:srgbClr val="66CCFF">
              <a:alpha val="55000"/>
            </a:srgbClr>
          </a:solidFill>
          <a:ln>
            <a:noFill/>
          </a:ln>
        </p:spPr>
      </p:sp>
      <p:sp>
        <p:nvSpPr>
          <p:cNvPr id="17" name="عقدة زخرفية"/>
          <p:cNvSpPr/>
          <p:nvPr/>
        </p:nvSpPr>
        <p:spPr>
          <a:xfrm>
            <a:off x="2628000" y="54000"/>
            <a:ext cx="72000" cy="72000"/>
          </a:xfrm>
          <a:prstGeom prst="ellipse">
            <a:avLst/>
          </a:prstGeom>
          <a:solidFill>
            <a:srgbClr val="66CCFF">
              <a:alpha val="55000"/>
            </a:srgbClr>
          </a:solidFill>
          <a:ln>
            <a:noFill/>
          </a:ln>
        </p:spPr>
      </p:sp>
      <p:sp>
        <p:nvSpPr>
          <p:cNvPr id="18" name="عقدة زخرفية"/>
          <p:cNvSpPr/>
          <p:nvPr/>
        </p:nvSpPr>
        <p:spPr>
          <a:xfrm>
            <a:off x="2804400" y="194400"/>
            <a:ext cx="115200" cy="115200"/>
          </a:xfrm>
          <a:prstGeom prst="ellipse">
            <a:avLst/>
          </a:prstGeom>
          <a:solidFill>
            <a:srgbClr val="6459A7">
              <a:alpha val="55000"/>
            </a:srgbClr>
          </a:solidFill>
          <a:ln>
            <a:noFill/>
          </a:ln>
        </p:spPr>
      </p:sp>
      <p:sp>
        <p:nvSpPr>
          <p:cNvPr id="19" name="عقدة زخرفية"/>
          <p:cNvSpPr/>
          <p:nvPr/>
        </p:nvSpPr>
        <p:spPr>
          <a:xfrm>
            <a:off x="3006000" y="-7200"/>
            <a:ext cx="72000" cy="72000"/>
          </a:xfrm>
          <a:prstGeom prst="ellipse">
            <a:avLst/>
          </a:prstGeom>
          <a:solidFill>
            <a:srgbClr val="66CCFF">
              <a:alpha val="55000"/>
            </a:srgbClr>
          </a:solidFill>
          <a:ln>
            <a:noFill/>
          </a:ln>
        </p:spPr>
      </p:sp>
      <p:sp>
        <p:nvSpPr>
          <p:cNvPr id="20" name="عقدة زخرفية"/>
          <p:cNvSpPr/>
          <p:nvPr/>
        </p:nvSpPr>
        <p:spPr>
          <a:xfrm>
            <a:off x="2142000" y="738000"/>
            <a:ext cx="72000" cy="72000"/>
          </a:xfrm>
          <a:prstGeom prst="ellipse">
            <a:avLst/>
          </a:prstGeom>
          <a:solidFill>
            <a:srgbClr val="66CCFF">
              <a:alpha val="55000"/>
            </a:srgbClr>
          </a:solidFill>
          <a:ln>
            <a:noFill/>
          </a:ln>
        </p:spPr>
      </p:sp>
      <p:sp>
        <p:nvSpPr>
          <p:cNvPr id="21" name="عقدة زخرفية"/>
          <p:cNvSpPr/>
          <p:nvPr/>
        </p:nvSpPr>
        <p:spPr>
          <a:xfrm>
            <a:off x="2516400" y="536400"/>
            <a:ext cx="115200" cy="115200"/>
          </a:xfrm>
          <a:prstGeom prst="ellipse">
            <a:avLst/>
          </a:prstGeom>
          <a:solidFill>
            <a:srgbClr val="66CCFF">
              <a:alpha val="55000"/>
            </a:srgbClr>
          </a:solidFill>
          <a:ln>
            <a:noFill/>
          </a:ln>
        </p:spPr>
      </p:sp>
      <p:sp>
        <p:nvSpPr>
          <p:cNvPr id="22" name="عداد التقرير"/>
          <p:cNvSpPr txBox="1"/>
          <p:nvPr/>
        </p:nvSpPr>
        <p:spPr>
          <a:xfrm>
            <a:off x="432000" y="216000"/>
            <a:ext cx="1080000" cy="504000"/>
          </a:xfrm>
          <a:prstGeom prst="roundRect">
            <a:avLst>
              <a:gd name="adj" fmla="val 22000"/>
            </a:avLst>
          </a:prstGeom>
          <a:gradFill rotWithShape="1">
            <a:gsLst>
              <a:gs pos="0">
                <a:srgbClr val="33CC99"/>
              </a:gs>
              <a:gs pos="100000">
                <a:srgbClr val="99D633"/>
              </a:gs>
            </a:gsLst>
            <a:lin ang="0" scaled="0"/>
          </a:gradFill>
          <a:ln>
            <a:noFill/>
          </a:ln>
        </p:spPr>
        <p:txBody>
          <a:bodyPr wrap="square" lIns="36000" tIns="18000" rIns="36000" bIns="18000" rtlCol="0" anchor="ctr"/>
          <a:lstStyle/>
          <a:p>
            <a:pPr marL="0" indent="0" algn="ctr" rtl="1">
              <a:lnSpc>
                <a:spcPct val="100000"/>
              </a:lnSpc>
              <a:spcBef>
                <a:spcPts val="0"/>
              </a:spcBef>
              <a:spcAft>
                <a:spcPts val="0"/>
              </a:spcAft>
              <a:buNone/>
            </a:pPr>
            <a:r>
              <a:rPr lang="ar-SA" sz="900" b="1" dirty="0">
                <a:solidFill>
                  <a:srgbClr val="273470"/>
                </a:solidFill>
                <a:latin typeface="IBM Plex Sans Arabic"/>
                <a:cs typeface="IBM Plex Sans Arabic"/>
              </a:rPr>
              <a:t>تقرير رقم</a:t>
            </a:r>
          </a:p>
          <a:p>
            <a:pPr marL="0" indent="0" algn="ctr" rtl="1">
              <a:lnSpc>
                <a:spcPct val="90000"/>
              </a:lnSpc>
              <a:spcBef>
                <a:spcPts val="0"/>
              </a:spcBef>
              <a:spcAft>
                <a:spcPts val="0"/>
              </a:spcAft>
              <a:buNone/>
            </a:pPr>
            <a:fld id="{B6F15528-21DE-4FAA-801E-634DDDAF4B2B}" type="slidenum">
              <a:rPr lang="en-US" sz="1800" b="1" dirty="0">
                <a:solidFill>
                  <a:srgbClr val="273470"/>
                </a:solidFill>
                <a:latin typeface="IBM Plex Sans Arabic"/>
                <a:cs typeface="IBM Plex Sans Arabic"/>
              </a:rPr>
              <a:t>1</a:t>
            </a:fld>
          </a:p>
        </p:txBody>
      </p:sp>
      <p:sp>
        <p:nvSpPr>
          <p:cNvPr id="23" name="الشعار"/>
          <p:cNvSpPr>
            <a:spLocks noGrp="1"/>
          </p:cNvSpPr>
          <p:nvPr>
            <p:ph type="pic" sz="quarter" idx="120" hasCustomPrompt="1"/>
          </p:nvPr>
        </p:nvSpPr>
        <p:spPr>
          <a:xfrm>
            <a:off x="6624000" y="180000"/>
            <a:ext cx="504000" cy="504000"/>
          </a:xfrm>
          <a:prstGeom prst="rect">
            <a:avLst/>
          </a:prstGeom>
          <a:noFill/>
        </p:spPr>
        <p:txBody>
          <a:bodyPr anchor="ctr" lIns="0" tIns="0" rIns="0" bIns="0"/>
          <a:lstStyle>
            <a:lvl1pPr algn="ctr" rtl="1">
              <a:buNone/>
              <a:defRPr lang="ar-SA" sz="800" dirty="0">
                <a:solidFill>
                  <a:srgbClr val="FFFFFF">
                    <a:alpha val="70000"/>
                  </a:srgbClr>
                </a:solidFill>
                <a:latin typeface="IBM Plex Sans Arabic"/>
                <a:cs typeface="IBM Plex Sans Arabic"/>
              </a:defRPr>
            </a:lvl1pPr>
          </a:lstStyle>
          <a:p>
            <a:r>
              <a:rPr lang="ar-SA" dirty="0"/>
              <a:t>الشعار</a:t>
            </a:r>
          </a:p>
        </p:txBody>
      </p:sp>
      <p:sp>
        <p:nvSpPr>
          <p:cNvPr id="24" name="اسم الجهة"/>
          <p:cNvSpPr>
            <a:spLocks noGrp="1"/>
          </p:cNvSpPr>
          <p:nvPr>
            <p:ph type="body" sz="quarter" idx="101" hasCustomPrompt="1"/>
          </p:nvPr>
        </p:nvSpPr>
        <p:spPr>
          <a:xfrm>
            <a:off x="2520000" y="252000"/>
            <a:ext cx="3996000" cy="288000"/>
          </a:xfrm>
          <a:prstGeom prst="rect">
            <a:avLst/>
          </a:prstGeom>
          <a:noFill/>
        </p:spPr>
        <p:txBody>
          <a:bodyPr wrap="square" lIns="0" tIns="0" rIns="0" bIns="0" rtlCol="0" anchor="ctr">
            <a:normAutofit/>
          </a:bodyPr>
          <a:lstStyle>
            <a:lvl1pPr marL="0" indent="0" algn="r" rtl="1">
              <a:lnSpc>
                <a:spcPct val="100000"/>
              </a:lnSpc>
              <a:spcBef>
                <a:spcPts val="0"/>
              </a:spcBef>
              <a:spcAft>
                <a:spcPts val="0"/>
              </a:spcAft>
              <a:buNone/>
              <a:defRPr lang="ar-SA" sz="1000" dirty="0">
                <a:solidFill>
                  <a:srgbClr val="FFFFFF"/>
                </a:solidFill>
                <a:latin typeface="IBM Plex Sans Arabic Medium"/>
                <a:cs typeface="IBM Plex Sans Arabic Medium"/>
              </a:defRPr>
            </a:lvl1pPr>
            <a:lvl2pPr marL="180000" indent="0" algn="r" rtl="1">
              <a:lnSpc>
                <a:spcPct val="100000"/>
              </a:lnSpc>
              <a:spcBef>
                <a:spcPts val="0"/>
              </a:spcBef>
              <a:spcAft>
                <a:spcPts val="0"/>
              </a:spcAft>
              <a:buNone/>
              <a:defRPr lang="ar-SA" sz="900" dirty="0">
                <a:solidFill>
                  <a:srgbClr val="5F6B7A"/>
                </a:solidFill>
                <a:latin typeface="IBM Plex Sans Arabic Medium"/>
                <a:cs typeface="IBM Plex Sans Arabic Medium"/>
              </a:defRPr>
            </a:lvl2pPr>
            <a:lvl3pPr marL="360000" indent="0" algn="r" rtl="1">
              <a:lnSpc>
                <a:spcPct val="100000"/>
              </a:lnSpc>
              <a:spcBef>
                <a:spcPts val="0"/>
              </a:spcBef>
              <a:spcAft>
                <a:spcPts val="0"/>
              </a:spcAft>
              <a:buNone/>
              <a:defRPr lang="ar-SA" sz="900" dirty="0">
                <a:solidFill>
                  <a:srgbClr val="5F6B7A"/>
                </a:solidFill>
                <a:latin typeface="IBM Plex Sans Arabic Medium"/>
                <a:cs typeface="IBM Plex Sans Arabic Medium"/>
              </a:defRPr>
            </a:lvl3pPr>
            <a:lvl4pPr marL="540000" indent="0" algn="r" rtl="1">
              <a:lnSpc>
                <a:spcPct val="100000"/>
              </a:lnSpc>
              <a:spcBef>
                <a:spcPts val="0"/>
              </a:spcBef>
              <a:spcAft>
                <a:spcPts val="0"/>
              </a:spcAft>
              <a:buNone/>
              <a:defRPr lang="ar-SA" sz="900" dirty="0">
                <a:solidFill>
                  <a:srgbClr val="5F6B7A"/>
                </a:solidFill>
                <a:latin typeface="IBM Plex Sans Arabic Medium"/>
                <a:cs typeface="IBM Plex Sans Arabic Medium"/>
              </a:defRPr>
            </a:lvl4pPr>
            <a:lvl5pPr marL="720000" indent="0" algn="r" rtl="1">
              <a:lnSpc>
                <a:spcPct val="100000"/>
              </a:lnSpc>
              <a:spcBef>
                <a:spcPts val="0"/>
              </a:spcBef>
              <a:spcAft>
                <a:spcPts val="0"/>
              </a:spcAft>
              <a:buNone/>
              <a:defRPr lang="ar-SA" sz="900" dirty="0">
                <a:solidFill>
                  <a:srgbClr val="5F6B7A"/>
                </a:solidFill>
                <a:latin typeface="IBM Plex Sans Arabic Medium"/>
                <a:cs typeface="IBM Plex Sans Arabic Medium"/>
              </a:defRPr>
            </a:lvl5pPr>
          </a:lstStyle>
          <a:p>
            <a:r>
              <a:rPr lang="ar-SA" dirty="0"/>
              <a:t>اسم الجهة — الإدارة / القسم</a:t>
            </a:r>
          </a:p>
        </p:txBody>
      </p:sp>
      <p:sp>
        <p:nvSpPr>
          <p:cNvPr id="25" name="عنوان التقرير"/>
          <p:cNvSpPr txBox="1"/>
          <p:nvPr/>
        </p:nvSpPr>
        <p:spPr>
          <a:xfrm>
            <a:off x="2880000" y="720000"/>
            <a:ext cx="4248000" cy="414000"/>
          </a:xfrm>
          <a:prstGeom prst="rect">
            <a:avLst/>
          </a:prstGeom>
          <a:noFill/>
          <a:ln>
            <a:noFill/>
          </a:ln>
        </p:spPr>
        <p:txBody>
          <a:bodyPr wrap="square" lIns="0" tIns="0" rIns="0" bIns="0" rtlCol="0" anchor="ctr"/>
          <a:lstStyle/>
          <a:p>
            <a:pPr marL="0" indent="0" algn="r" rtl="1">
              <a:lnSpc>
                <a:spcPct val="100000"/>
              </a:lnSpc>
              <a:spcBef>
                <a:spcPts val="0"/>
              </a:spcBef>
              <a:spcAft>
                <a:spcPts val="0"/>
              </a:spcAft>
              <a:buNone/>
            </a:pPr>
            <a:r>
              <a:rPr lang="ar-SA" sz="2200" b="1" dirty="0">
                <a:solidFill>
                  <a:srgbClr val="FFFFFF"/>
                </a:solidFill>
                <a:latin typeface="IBM Plex Sans Arabic"/>
                <a:cs typeface="IBM Plex Sans Arabic"/>
              </a:rPr>
              <a:t>التقرير الأسبوعي للمهام</a:t>
            </a:r>
          </a:p>
        </p:txBody>
      </p:sp>
      <p:sp>
        <p:nvSpPr>
          <p:cNvPr id="26" name="تسمية: الفترة"/>
          <p:cNvSpPr txBox="1"/>
          <p:nvPr/>
        </p:nvSpPr>
        <p:spPr>
          <a:xfrm>
            <a:off x="4824000" y="1152000"/>
            <a:ext cx="2304000" cy="162000"/>
          </a:xfrm>
          <a:prstGeom prst="rect">
            <a:avLst/>
          </a:prstGeom>
          <a:noFill/>
          <a:ln>
            <a:noFill/>
          </a:ln>
        </p:spPr>
        <p:txBody>
          <a:bodyPr wrap="square" lIns="0" tIns="0" rIns="0" bIns="0" rtlCol="0" anchor="b"/>
          <a:lstStyle/>
          <a:p>
            <a:pPr marL="0" indent="0" algn="r" rtl="1">
              <a:lnSpc>
                <a:spcPct val="100000"/>
              </a:lnSpc>
              <a:spcBef>
                <a:spcPts val="0"/>
              </a:spcBef>
              <a:spcAft>
                <a:spcPts val="0"/>
              </a:spcAft>
              <a:buNone/>
            </a:pPr>
            <a:r>
              <a:rPr lang="ar-SA" sz="900" b="1" dirty="0">
                <a:solidFill>
                  <a:srgbClr val="33CC99"/>
                </a:solidFill>
                <a:latin typeface="IBM Plex Sans Arabic"/>
                <a:cs typeface="IBM Plex Sans Arabic"/>
              </a:rPr>
              <a:t>الفترة</a:t>
            </a:r>
          </a:p>
        </p:txBody>
      </p:sp>
      <p:sp>
        <p:nvSpPr>
          <p:cNvPr id="27" name="تسمية من"/>
          <p:cNvSpPr txBox="1"/>
          <p:nvPr/>
        </p:nvSpPr>
        <p:spPr>
          <a:xfrm>
            <a:off x="6894000" y="1314000"/>
            <a:ext cx="234000" cy="270000"/>
          </a:xfrm>
          <a:prstGeom prst="rect">
            <a:avLst/>
          </a:prstGeom>
          <a:noFill/>
          <a:ln>
            <a:noFill/>
          </a:ln>
        </p:spPr>
        <p:txBody>
          <a:bodyPr wrap="square" lIns="0" tIns="0" rIns="0" bIns="0" rtlCol="0" anchor="t"/>
          <a:lstStyle/>
          <a:p>
            <a:pPr marL="0" indent="0" algn="r" rtl="1">
              <a:lnSpc>
                <a:spcPct val="100000"/>
              </a:lnSpc>
              <a:spcBef>
                <a:spcPts val="0"/>
              </a:spcBef>
              <a:spcAft>
                <a:spcPts val="0"/>
              </a:spcAft>
              <a:buNone/>
            </a:pPr>
            <a:r>
              <a:rPr lang="ar-SA" sz="1050" b="1" dirty="0">
                <a:solidFill>
                  <a:srgbClr val="33CC99"/>
                </a:solidFill>
                <a:latin typeface="IBM Plex Sans Arabic"/>
                <a:cs typeface="IBM Plex Sans Arabic"/>
              </a:rPr>
              <a:t>من</a:t>
            </a:r>
          </a:p>
        </p:txBody>
      </p:sp>
      <p:sp>
        <p:nvSpPr>
          <p:cNvPr id="28" name="الفترة من"/>
          <p:cNvSpPr>
            <a:spLocks noGrp="1"/>
          </p:cNvSpPr>
          <p:nvPr>
            <p:ph type="body" sz="quarter" idx="115" hasCustomPrompt="1"/>
          </p:nvPr>
        </p:nvSpPr>
        <p:spPr>
          <a:xfrm>
            <a:off x="6012000" y="1314000"/>
            <a:ext cx="846000" cy="270000"/>
          </a:xfrm>
          <a:prstGeom prst="rect">
            <a:avLst/>
          </a:prstGeom>
          <a:noFill/>
        </p:spPr>
        <p:txBody>
          <a:bodyPr wrap="square" lIns="0" tIns="0" rIns="0" bIns="0" rtlCol="0" anchor="t">
            <a:normAutofit/>
          </a:bodyPr>
          <a:lstStyle>
            <a:lvl1pPr marL="0" indent="0" algn="r" rtl="1">
              <a:lnSpc>
                <a:spcPct val="100000"/>
              </a:lnSpc>
              <a:spcBef>
                <a:spcPts val="0"/>
              </a:spcBef>
              <a:spcAft>
                <a:spcPts val="0"/>
              </a:spcAft>
              <a:buNone/>
              <a:defRPr lang="ar-SA" sz="1050" dirty="0">
                <a:solidFill>
                  <a:srgbClr val="FFFFFF"/>
                </a:solidFill>
                <a:latin typeface="IBM Plex Sans Arabic Medium"/>
                <a:cs typeface="IBM Plex Sans Arabic Medium"/>
              </a:defRPr>
            </a:lvl1pPr>
            <a:lvl2pPr marL="18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2pPr>
            <a:lvl3pPr marL="36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3pPr>
            <a:lvl4pPr marL="54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4pPr>
            <a:lvl5pPr marL="72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5pPr>
          </a:lstStyle>
          <a:p>
            <a:r>
              <a:rPr lang="ar-SA" dirty="0"/>
              <a:t>التاريخ</a:t>
            </a:r>
          </a:p>
        </p:txBody>
      </p:sp>
      <p:sp>
        <p:nvSpPr>
          <p:cNvPr id="29" name="تسمية إلى"/>
          <p:cNvSpPr txBox="1"/>
          <p:nvPr/>
        </p:nvSpPr>
        <p:spPr>
          <a:xfrm>
            <a:off x="5706000" y="1314000"/>
            <a:ext cx="234000" cy="270000"/>
          </a:xfrm>
          <a:prstGeom prst="rect">
            <a:avLst/>
          </a:prstGeom>
          <a:noFill/>
          <a:ln>
            <a:noFill/>
          </a:ln>
        </p:spPr>
        <p:txBody>
          <a:bodyPr wrap="square" lIns="0" tIns="0" rIns="0" bIns="0" rtlCol="0" anchor="t"/>
          <a:lstStyle/>
          <a:p>
            <a:pPr marL="0" indent="0" algn="r" rtl="1">
              <a:lnSpc>
                <a:spcPct val="100000"/>
              </a:lnSpc>
              <a:spcBef>
                <a:spcPts val="0"/>
              </a:spcBef>
              <a:spcAft>
                <a:spcPts val="0"/>
              </a:spcAft>
              <a:buNone/>
            </a:pPr>
            <a:r>
              <a:rPr lang="ar-SA" sz="1050" b="1" dirty="0">
                <a:solidFill>
                  <a:srgbClr val="33CC99"/>
                </a:solidFill>
                <a:latin typeface="IBM Plex Sans Arabic"/>
                <a:cs typeface="IBM Plex Sans Arabic"/>
              </a:rPr>
              <a:t>إلى</a:t>
            </a:r>
          </a:p>
        </p:txBody>
      </p:sp>
      <p:sp>
        <p:nvSpPr>
          <p:cNvPr id="30" name="الفترة إلى"/>
          <p:cNvSpPr>
            <a:spLocks noGrp="1"/>
          </p:cNvSpPr>
          <p:nvPr>
            <p:ph type="body" sz="quarter" idx="116" hasCustomPrompt="1"/>
          </p:nvPr>
        </p:nvSpPr>
        <p:spPr>
          <a:xfrm>
            <a:off x="4824000" y="1314000"/>
            <a:ext cx="846000" cy="270000"/>
          </a:xfrm>
          <a:prstGeom prst="rect">
            <a:avLst/>
          </a:prstGeom>
          <a:noFill/>
        </p:spPr>
        <p:txBody>
          <a:bodyPr wrap="square" lIns="0" tIns="0" rIns="0" bIns="0" rtlCol="0" anchor="t">
            <a:normAutofit/>
          </a:bodyPr>
          <a:lstStyle>
            <a:lvl1pPr marL="0" indent="0" algn="r" rtl="1">
              <a:lnSpc>
                <a:spcPct val="100000"/>
              </a:lnSpc>
              <a:spcBef>
                <a:spcPts val="0"/>
              </a:spcBef>
              <a:spcAft>
                <a:spcPts val="0"/>
              </a:spcAft>
              <a:buNone/>
              <a:defRPr lang="ar-SA" sz="1050" dirty="0">
                <a:solidFill>
                  <a:srgbClr val="FFFFFF"/>
                </a:solidFill>
                <a:latin typeface="IBM Plex Sans Arabic Medium"/>
                <a:cs typeface="IBM Plex Sans Arabic Medium"/>
              </a:defRPr>
            </a:lvl1pPr>
            <a:lvl2pPr marL="18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2pPr>
            <a:lvl3pPr marL="36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3pPr>
            <a:lvl4pPr marL="54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4pPr>
            <a:lvl5pPr marL="72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5pPr>
          </a:lstStyle>
          <a:p>
            <a:r>
              <a:rPr lang="ar-SA" dirty="0"/>
              <a:t>التاريخ</a:t>
            </a:r>
          </a:p>
        </p:txBody>
      </p:sp>
      <p:sp>
        <p:nvSpPr>
          <p:cNvPr id="31" name="تسمية: إعداد"/>
          <p:cNvSpPr txBox="1"/>
          <p:nvPr/>
        </p:nvSpPr>
        <p:spPr>
          <a:xfrm>
            <a:off x="2628000" y="1152000"/>
            <a:ext cx="2052000" cy="162000"/>
          </a:xfrm>
          <a:prstGeom prst="rect">
            <a:avLst/>
          </a:prstGeom>
          <a:noFill/>
          <a:ln>
            <a:noFill/>
          </a:ln>
        </p:spPr>
        <p:txBody>
          <a:bodyPr wrap="square" lIns="0" tIns="0" rIns="0" bIns="0" rtlCol="0" anchor="b"/>
          <a:lstStyle/>
          <a:p>
            <a:pPr marL="0" indent="0" algn="r" rtl="1">
              <a:lnSpc>
                <a:spcPct val="100000"/>
              </a:lnSpc>
              <a:spcBef>
                <a:spcPts val="0"/>
              </a:spcBef>
              <a:spcAft>
                <a:spcPts val="0"/>
              </a:spcAft>
              <a:buNone/>
            </a:pPr>
            <a:r>
              <a:rPr lang="ar-SA" sz="900" b="1" dirty="0">
                <a:solidFill>
                  <a:srgbClr val="33CC99"/>
                </a:solidFill>
                <a:latin typeface="IBM Plex Sans Arabic"/>
                <a:cs typeface="IBM Plex Sans Arabic"/>
              </a:rPr>
              <a:t>إعداد</a:t>
            </a:r>
          </a:p>
        </p:txBody>
      </p:sp>
      <p:sp>
        <p:nvSpPr>
          <p:cNvPr id="32" name="إعداد"/>
          <p:cNvSpPr>
            <a:spLocks noGrp="1"/>
          </p:cNvSpPr>
          <p:nvPr>
            <p:ph type="body" sz="quarter" idx="103" hasCustomPrompt="1"/>
          </p:nvPr>
        </p:nvSpPr>
        <p:spPr>
          <a:xfrm>
            <a:off x="2628000" y="1314000"/>
            <a:ext cx="2052000" cy="270000"/>
          </a:xfrm>
          <a:prstGeom prst="rect">
            <a:avLst/>
          </a:prstGeom>
          <a:noFill/>
        </p:spPr>
        <p:txBody>
          <a:bodyPr wrap="square" lIns="0" tIns="0" rIns="0" bIns="0" rtlCol="0" anchor="t">
            <a:normAutofit/>
          </a:bodyPr>
          <a:lstStyle>
            <a:lvl1pPr marL="0" indent="0" algn="r" rtl="1">
              <a:lnSpc>
                <a:spcPct val="100000"/>
              </a:lnSpc>
              <a:spcBef>
                <a:spcPts val="0"/>
              </a:spcBef>
              <a:spcAft>
                <a:spcPts val="0"/>
              </a:spcAft>
              <a:buNone/>
              <a:defRPr lang="ar-SA" sz="1050" dirty="0">
                <a:solidFill>
                  <a:srgbClr val="FFFFFF"/>
                </a:solidFill>
                <a:latin typeface="IBM Plex Sans Arabic Medium"/>
                <a:cs typeface="IBM Plex Sans Arabic Medium"/>
              </a:defRPr>
            </a:lvl1pPr>
            <a:lvl2pPr marL="18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2pPr>
            <a:lvl3pPr marL="36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3pPr>
            <a:lvl4pPr marL="54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4pPr>
            <a:lvl5pPr marL="72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5pPr>
          </a:lstStyle>
          <a:p>
            <a:r>
              <a:rPr lang="ar-SA" dirty="0"/>
              <a:t>الاسم — المسمى الوظيفي</a:t>
            </a:r>
          </a:p>
        </p:txBody>
      </p:sp>
      <p:sp>
        <p:nvSpPr>
          <p:cNvPr id="33" name="تسمية: مقدَّم إلى"/>
          <p:cNvSpPr txBox="1"/>
          <p:nvPr/>
        </p:nvSpPr>
        <p:spPr>
          <a:xfrm>
            <a:off x="432000" y="1152000"/>
            <a:ext cx="2052000" cy="162000"/>
          </a:xfrm>
          <a:prstGeom prst="rect">
            <a:avLst/>
          </a:prstGeom>
          <a:noFill/>
          <a:ln>
            <a:noFill/>
          </a:ln>
        </p:spPr>
        <p:txBody>
          <a:bodyPr wrap="square" lIns="0" tIns="0" rIns="0" bIns="0" rtlCol="0" anchor="b"/>
          <a:lstStyle/>
          <a:p>
            <a:pPr marL="0" indent="0" algn="r" rtl="1">
              <a:lnSpc>
                <a:spcPct val="100000"/>
              </a:lnSpc>
              <a:spcBef>
                <a:spcPts val="0"/>
              </a:spcBef>
              <a:spcAft>
                <a:spcPts val="0"/>
              </a:spcAft>
              <a:buNone/>
            </a:pPr>
            <a:r>
              <a:rPr lang="ar-SA" sz="900" b="1" dirty="0">
                <a:solidFill>
                  <a:srgbClr val="33CC99"/>
                </a:solidFill>
                <a:latin typeface="IBM Plex Sans Arabic"/>
                <a:cs typeface="IBM Plex Sans Arabic"/>
              </a:rPr>
              <a:t>مقدَّم إلى</a:t>
            </a:r>
          </a:p>
        </p:txBody>
      </p:sp>
      <p:sp>
        <p:nvSpPr>
          <p:cNvPr id="34" name="مقدَّم إلى"/>
          <p:cNvSpPr>
            <a:spLocks noGrp="1"/>
          </p:cNvSpPr>
          <p:nvPr>
            <p:ph type="body" sz="quarter" idx="104" hasCustomPrompt="1"/>
          </p:nvPr>
        </p:nvSpPr>
        <p:spPr>
          <a:xfrm>
            <a:off x="432000" y="1314000"/>
            <a:ext cx="2052000" cy="270000"/>
          </a:xfrm>
          <a:prstGeom prst="rect">
            <a:avLst/>
          </a:prstGeom>
          <a:noFill/>
        </p:spPr>
        <p:txBody>
          <a:bodyPr wrap="square" lIns="0" tIns="0" rIns="0" bIns="0" rtlCol="0" anchor="t">
            <a:normAutofit/>
          </a:bodyPr>
          <a:lstStyle>
            <a:lvl1pPr marL="0" indent="0" algn="r" rtl="1">
              <a:lnSpc>
                <a:spcPct val="100000"/>
              </a:lnSpc>
              <a:spcBef>
                <a:spcPts val="0"/>
              </a:spcBef>
              <a:spcAft>
                <a:spcPts val="0"/>
              </a:spcAft>
              <a:buNone/>
              <a:defRPr lang="ar-SA" sz="1050" dirty="0">
                <a:solidFill>
                  <a:srgbClr val="FFFFFF"/>
                </a:solidFill>
                <a:latin typeface="IBM Plex Sans Arabic Medium"/>
                <a:cs typeface="IBM Plex Sans Arabic Medium"/>
              </a:defRPr>
            </a:lvl1pPr>
            <a:lvl2pPr marL="18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2pPr>
            <a:lvl3pPr marL="36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3pPr>
            <a:lvl4pPr marL="54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4pPr>
            <a:lvl5pPr marL="72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5pPr>
          </a:lstStyle>
          <a:p>
            <a:r>
              <a:rPr lang="ar-SA" dirty="0"/>
              <a:t>اسم المدير — المسمى الوظيفي</a:t>
            </a:r>
          </a:p>
        </p:txBody>
      </p:sp>
      <p:sp>
        <p:nvSpPr>
          <p:cNvPr id="35" name="تسمية الخلاصة"/>
          <p:cNvSpPr txBox="1"/>
          <p:nvPr/>
        </p:nvSpPr>
        <p:spPr>
          <a:xfrm>
            <a:off x="2520000" y="1872000"/>
            <a:ext cx="4608000" cy="180000"/>
          </a:xfrm>
          <a:prstGeom prst="rect">
            <a:avLst/>
          </a:prstGeom>
          <a:noFill/>
          <a:ln>
            <a:noFill/>
          </a:ln>
        </p:spPr>
        <p:txBody>
          <a:bodyPr wrap="square" lIns="0" tIns="0" rIns="0" bIns="0" rtlCol="0" anchor="b"/>
          <a:lstStyle/>
          <a:p>
            <a:pPr marL="0" indent="0" algn="r" rtl="1">
              <a:lnSpc>
                <a:spcPct val="100000"/>
              </a:lnSpc>
              <a:spcBef>
                <a:spcPts val="0"/>
              </a:spcBef>
              <a:spcAft>
                <a:spcPts val="0"/>
              </a:spcAft>
              <a:buNone/>
            </a:pPr>
            <a:r>
              <a:rPr lang="ar-SA" sz="950" b="1" dirty="0">
                <a:solidFill>
                  <a:srgbClr val="0C7373"/>
                </a:solidFill>
                <a:latin typeface="IBM Plex Sans Arabic"/>
                <a:cs typeface="IBM Plex Sans Arabic"/>
              </a:rPr>
              <a:t>خلاصة الأسبوع</a:t>
            </a:r>
          </a:p>
        </p:txBody>
      </p:sp>
      <p:sp>
        <p:nvSpPr>
          <p:cNvPr id="36" name="خلاصة الأسبوع"/>
          <p:cNvSpPr>
            <a:spLocks noGrp="1"/>
          </p:cNvSpPr>
          <p:nvPr>
            <p:ph type="body" sz="quarter" idx="105" hasCustomPrompt="1"/>
          </p:nvPr>
        </p:nvSpPr>
        <p:spPr>
          <a:xfrm>
            <a:off x="2520000" y="2070000"/>
            <a:ext cx="4608000" cy="954000"/>
          </a:xfrm>
          <a:prstGeom prst="rect">
            <a:avLst/>
          </a:prstGeom>
          <a:noFill/>
        </p:spPr>
        <p:txBody>
          <a:bodyPr wrap="square" lIns="0" tIns="0" rIns="0" bIns="0" rtlCol="0" anchor="t">
            <a:normAutofit/>
          </a:bodyPr>
          <a:lstStyle>
            <a:lvl1pPr marL="0" indent="0" algn="r" rtl="1">
              <a:lnSpc>
                <a:spcPct val="100000"/>
              </a:lnSpc>
              <a:spcBef>
                <a:spcPts val="0"/>
              </a:spcBef>
              <a:spcAft>
                <a:spcPts val="0"/>
              </a:spcAft>
              <a:buNone/>
              <a:defRPr lang="ar-SA" sz="1200" dirty="0">
                <a:solidFill>
                  <a:srgbClr val="1F2A37"/>
                </a:solidFill>
                <a:latin typeface="IBM Plex Sans Arabic Medium"/>
                <a:cs typeface="IBM Plex Sans Arabic Medium"/>
              </a:defRPr>
            </a:lvl1pPr>
            <a:lvl2pPr marL="180000" indent="0" algn="r" rtl="1">
              <a:lnSpc>
                <a:spcPct val="100000"/>
              </a:lnSpc>
              <a:spcBef>
                <a:spcPts val="0"/>
              </a:spcBef>
              <a:spcAft>
                <a:spcPts val="0"/>
              </a:spcAft>
              <a:buNone/>
              <a:defRPr lang="ar-SA" sz="1100" dirty="0">
                <a:solidFill>
                  <a:srgbClr val="5F6B7A"/>
                </a:solidFill>
                <a:latin typeface="IBM Plex Sans Arabic Medium"/>
                <a:cs typeface="IBM Plex Sans Arabic Medium"/>
              </a:defRPr>
            </a:lvl2pPr>
            <a:lvl3pPr marL="360000" indent="0" algn="r" rtl="1">
              <a:lnSpc>
                <a:spcPct val="100000"/>
              </a:lnSpc>
              <a:spcBef>
                <a:spcPts val="0"/>
              </a:spcBef>
              <a:spcAft>
                <a:spcPts val="0"/>
              </a:spcAft>
              <a:buNone/>
              <a:defRPr lang="ar-SA" sz="1100" dirty="0">
                <a:solidFill>
                  <a:srgbClr val="5F6B7A"/>
                </a:solidFill>
                <a:latin typeface="IBM Plex Sans Arabic Medium"/>
                <a:cs typeface="IBM Plex Sans Arabic Medium"/>
              </a:defRPr>
            </a:lvl3pPr>
            <a:lvl4pPr marL="540000" indent="0" algn="r" rtl="1">
              <a:lnSpc>
                <a:spcPct val="100000"/>
              </a:lnSpc>
              <a:spcBef>
                <a:spcPts val="0"/>
              </a:spcBef>
              <a:spcAft>
                <a:spcPts val="0"/>
              </a:spcAft>
              <a:buNone/>
              <a:defRPr lang="ar-SA" sz="1100" dirty="0">
                <a:solidFill>
                  <a:srgbClr val="5F6B7A"/>
                </a:solidFill>
                <a:latin typeface="IBM Plex Sans Arabic Medium"/>
                <a:cs typeface="IBM Plex Sans Arabic Medium"/>
              </a:defRPr>
            </a:lvl4pPr>
            <a:lvl5pPr marL="720000" indent="0" algn="r" rtl="1">
              <a:lnSpc>
                <a:spcPct val="100000"/>
              </a:lnSpc>
              <a:spcBef>
                <a:spcPts val="0"/>
              </a:spcBef>
              <a:spcAft>
                <a:spcPts val="0"/>
              </a:spcAft>
              <a:buNone/>
              <a:defRPr lang="ar-SA" sz="1100" dirty="0">
                <a:solidFill>
                  <a:srgbClr val="5F6B7A"/>
                </a:solidFill>
                <a:latin typeface="IBM Plex Sans Arabic Medium"/>
                <a:cs typeface="IBM Plex Sans Arabic Medium"/>
              </a:defRPr>
            </a:lvl5pPr>
          </a:lstStyle>
          <a:p>
            <a:r>
              <a:rPr lang="ar-SA" dirty="0"/>
              <a:t>ثلاثة أسطر: أبرز ما أُنجز، وما يجري العمل عليه، وما يحتاج تدخّلًا. الأعداد هنا تطابق البطاقات.</a:t>
            </a:r>
          </a:p>
        </p:txBody>
      </p:sp>
      <p:sp>
        <p:nvSpPr>
          <p:cNvPr id="37" name="بطاقة مهام منجزة"/>
          <p:cNvSpPr/>
          <p:nvPr/>
        </p:nvSpPr>
        <p:spPr>
          <a:xfrm>
            <a:off x="1440000" y="1872000"/>
            <a:ext cx="864000" cy="1152000"/>
          </a:xfrm>
          <a:prstGeom prst="roundRect">
            <a:avLst>
              <a:gd name="adj" fmla="val 8000"/>
            </a:avLst>
          </a:prstGeom>
          <a:solidFill>
            <a:srgbClr val="EEF0F8"/>
          </a:solidFill>
          <a:ln w="6350">
            <a:solidFill>
              <a:srgbClr val="C9CFD9"/>
            </a:solidFill>
          </a:ln>
        </p:spPr>
      </p:sp>
      <p:sp>
        <p:nvSpPr>
          <p:cNvPr id="38" name="عدد مهام منجزة"/>
          <p:cNvSpPr>
            <a:spLocks noGrp="1"/>
          </p:cNvSpPr>
          <p:nvPr>
            <p:ph type="body" sz="quarter" idx="106" hasCustomPrompt="1"/>
          </p:nvPr>
        </p:nvSpPr>
        <p:spPr>
          <a:xfrm>
            <a:off x="1440000" y="1944000"/>
            <a:ext cx="864000" cy="684000"/>
          </a:xfrm>
          <a:prstGeom prst="rect">
            <a:avLst/>
          </a:prstGeom>
          <a:noFill/>
        </p:spPr>
        <p:txBody>
          <a:bodyPr wrap="square" lIns="0" tIns="0" rIns="0" bIns="0" rtlCol="0" anchor="ctr">
            <a:normAutofit/>
          </a:bodyPr>
          <a:lstStyle>
            <a:lvl1pPr marL="0" indent="0" algn="ctr" rtl="1">
              <a:lnSpc>
                <a:spcPct val="100000"/>
              </a:lnSpc>
              <a:spcBef>
                <a:spcPts val="0"/>
              </a:spcBef>
              <a:spcAft>
                <a:spcPts val="0"/>
              </a:spcAft>
              <a:buNone/>
              <a:defRPr lang="ar-SA" sz="2400" b="1" dirty="0">
                <a:solidFill>
                  <a:srgbClr val="127A5B"/>
                </a:solidFill>
                <a:latin typeface="IBM Plex Sans Arabic"/>
                <a:cs typeface="IBM Plex Sans Arabic"/>
              </a:defRPr>
            </a:lvl1pPr>
            <a:lvl2pPr marL="180000" indent="0" algn="ctr" rtl="1">
              <a:lnSpc>
                <a:spcPct val="100000"/>
              </a:lnSpc>
              <a:spcBef>
                <a:spcPts val="0"/>
              </a:spcBef>
              <a:spcAft>
                <a:spcPts val="0"/>
              </a:spcAft>
              <a:buNone/>
              <a:defRPr lang="ar-SA" sz="2300" dirty="0">
                <a:solidFill>
                  <a:srgbClr val="5F6B7A"/>
                </a:solidFill>
                <a:latin typeface="IBM Plex Sans Arabic"/>
                <a:cs typeface="IBM Plex Sans Arabic"/>
              </a:defRPr>
            </a:lvl2pPr>
            <a:lvl3pPr marL="360000" indent="0" algn="ctr" rtl="1">
              <a:lnSpc>
                <a:spcPct val="100000"/>
              </a:lnSpc>
              <a:spcBef>
                <a:spcPts val="0"/>
              </a:spcBef>
              <a:spcAft>
                <a:spcPts val="0"/>
              </a:spcAft>
              <a:buNone/>
              <a:defRPr lang="ar-SA" sz="2300" dirty="0">
                <a:solidFill>
                  <a:srgbClr val="5F6B7A"/>
                </a:solidFill>
                <a:latin typeface="IBM Plex Sans Arabic"/>
                <a:cs typeface="IBM Plex Sans Arabic"/>
              </a:defRPr>
            </a:lvl3pPr>
            <a:lvl4pPr marL="540000" indent="0" algn="ctr" rtl="1">
              <a:lnSpc>
                <a:spcPct val="100000"/>
              </a:lnSpc>
              <a:spcBef>
                <a:spcPts val="0"/>
              </a:spcBef>
              <a:spcAft>
                <a:spcPts val="0"/>
              </a:spcAft>
              <a:buNone/>
              <a:defRPr lang="ar-SA" sz="2300" dirty="0">
                <a:solidFill>
                  <a:srgbClr val="5F6B7A"/>
                </a:solidFill>
                <a:latin typeface="IBM Plex Sans Arabic"/>
                <a:cs typeface="IBM Plex Sans Arabic"/>
              </a:defRPr>
            </a:lvl4pPr>
            <a:lvl5pPr marL="720000" indent="0" algn="ctr" rtl="1">
              <a:lnSpc>
                <a:spcPct val="100000"/>
              </a:lnSpc>
              <a:spcBef>
                <a:spcPts val="0"/>
              </a:spcBef>
              <a:spcAft>
                <a:spcPts val="0"/>
              </a:spcAft>
              <a:buNone/>
              <a:defRPr lang="ar-SA" sz="2300" dirty="0">
                <a:solidFill>
                  <a:srgbClr val="5F6B7A"/>
                </a:solidFill>
                <a:latin typeface="IBM Plex Sans Arabic"/>
                <a:cs typeface="IBM Plex Sans Arabic"/>
              </a:defRPr>
            </a:lvl5pPr>
          </a:lstStyle>
          <a:p>
            <a:r>
              <a:rPr lang="ar-SA" dirty="0"/>
              <a:t>العدد</a:t>
            </a:r>
          </a:p>
        </p:txBody>
      </p:sp>
      <p:sp>
        <p:nvSpPr>
          <p:cNvPr id="39" name="تسمية مهام منجزة"/>
          <p:cNvSpPr txBox="1"/>
          <p:nvPr/>
        </p:nvSpPr>
        <p:spPr>
          <a:xfrm>
            <a:off x="1404000" y="2646000"/>
            <a:ext cx="936000" cy="324000"/>
          </a:xfrm>
          <a:prstGeom prst="rect">
            <a:avLst/>
          </a:prstGeom>
          <a:noFill/>
          <a:ln>
            <a:noFill/>
          </a:ln>
        </p:spPr>
        <p:txBody>
          <a:bodyPr wrap="square" lIns="0" tIns="0" rIns="0" bIns="0" rtlCol="0" anchor="t"/>
          <a:lstStyle/>
          <a:p>
            <a:pPr marL="0" indent="0" algn="ctr" rtl="1">
              <a:lnSpc>
                <a:spcPct val="100000"/>
              </a:lnSpc>
              <a:spcBef>
                <a:spcPts val="0"/>
              </a:spcBef>
              <a:spcAft>
                <a:spcPts val="0"/>
              </a:spcAft>
              <a:buNone/>
            </a:pPr>
            <a:r>
              <a:rPr lang="ar-SA" sz="1000" dirty="0">
                <a:solidFill>
                  <a:srgbClr val="273470"/>
                </a:solidFill>
                <a:latin typeface="IBM Plex Sans Arabic"/>
                <a:cs typeface="IBM Plex Sans Arabic"/>
              </a:rPr>
              <a:t>مهام منجزة</a:t>
            </a:r>
          </a:p>
        </p:txBody>
      </p:sp>
      <p:sp>
        <p:nvSpPr>
          <p:cNvPr id="40" name="بطاقة مهام جارية"/>
          <p:cNvSpPr/>
          <p:nvPr/>
        </p:nvSpPr>
        <p:spPr>
          <a:xfrm>
            <a:off x="432000" y="1872000"/>
            <a:ext cx="864000" cy="1152000"/>
          </a:xfrm>
          <a:prstGeom prst="roundRect">
            <a:avLst>
              <a:gd name="adj" fmla="val 8000"/>
            </a:avLst>
          </a:prstGeom>
          <a:solidFill>
            <a:srgbClr val="EEF0F8"/>
          </a:solidFill>
          <a:ln w="6350">
            <a:solidFill>
              <a:srgbClr val="C9CFD9"/>
            </a:solidFill>
          </a:ln>
        </p:spPr>
      </p:sp>
      <p:sp>
        <p:nvSpPr>
          <p:cNvPr id="41" name="عدد مهام جارية"/>
          <p:cNvSpPr>
            <a:spLocks noGrp="1"/>
          </p:cNvSpPr>
          <p:nvPr>
            <p:ph type="body" sz="quarter" idx="107" hasCustomPrompt="1"/>
          </p:nvPr>
        </p:nvSpPr>
        <p:spPr>
          <a:xfrm>
            <a:off x="432000" y="1944000"/>
            <a:ext cx="864000" cy="684000"/>
          </a:xfrm>
          <a:prstGeom prst="rect">
            <a:avLst/>
          </a:prstGeom>
          <a:noFill/>
        </p:spPr>
        <p:txBody>
          <a:bodyPr wrap="square" lIns="0" tIns="0" rIns="0" bIns="0" rtlCol="0" anchor="ctr">
            <a:normAutofit/>
          </a:bodyPr>
          <a:lstStyle>
            <a:lvl1pPr marL="0" indent="0" algn="ctr" rtl="1">
              <a:lnSpc>
                <a:spcPct val="100000"/>
              </a:lnSpc>
              <a:spcBef>
                <a:spcPts val="0"/>
              </a:spcBef>
              <a:spcAft>
                <a:spcPts val="0"/>
              </a:spcAft>
              <a:buNone/>
              <a:defRPr lang="ar-SA" sz="2400" b="1" dirty="0">
                <a:solidFill>
                  <a:srgbClr val="0C7373"/>
                </a:solidFill>
                <a:latin typeface="IBM Plex Sans Arabic"/>
                <a:cs typeface="IBM Plex Sans Arabic"/>
              </a:defRPr>
            </a:lvl1pPr>
            <a:lvl2pPr marL="180000" indent="0" algn="ctr" rtl="1">
              <a:lnSpc>
                <a:spcPct val="100000"/>
              </a:lnSpc>
              <a:spcBef>
                <a:spcPts val="0"/>
              </a:spcBef>
              <a:spcAft>
                <a:spcPts val="0"/>
              </a:spcAft>
              <a:buNone/>
              <a:defRPr lang="ar-SA" sz="2300" dirty="0">
                <a:solidFill>
                  <a:srgbClr val="5F6B7A"/>
                </a:solidFill>
                <a:latin typeface="IBM Plex Sans Arabic"/>
                <a:cs typeface="IBM Plex Sans Arabic"/>
              </a:defRPr>
            </a:lvl2pPr>
            <a:lvl3pPr marL="360000" indent="0" algn="ctr" rtl="1">
              <a:lnSpc>
                <a:spcPct val="100000"/>
              </a:lnSpc>
              <a:spcBef>
                <a:spcPts val="0"/>
              </a:spcBef>
              <a:spcAft>
                <a:spcPts val="0"/>
              </a:spcAft>
              <a:buNone/>
              <a:defRPr lang="ar-SA" sz="2300" dirty="0">
                <a:solidFill>
                  <a:srgbClr val="5F6B7A"/>
                </a:solidFill>
                <a:latin typeface="IBM Plex Sans Arabic"/>
                <a:cs typeface="IBM Plex Sans Arabic"/>
              </a:defRPr>
            </a:lvl3pPr>
            <a:lvl4pPr marL="540000" indent="0" algn="ctr" rtl="1">
              <a:lnSpc>
                <a:spcPct val="100000"/>
              </a:lnSpc>
              <a:spcBef>
                <a:spcPts val="0"/>
              </a:spcBef>
              <a:spcAft>
                <a:spcPts val="0"/>
              </a:spcAft>
              <a:buNone/>
              <a:defRPr lang="ar-SA" sz="2300" dirty="0">
                <a:solidFill>
                  <a:srgbClr val="5F6B7A"/>
                </a:solidFill>
                <a:latin typeface="IBM Plex Sans Arabic"/>
                <a:cs typeface="IBM Plex Sans Arabic"/>
              </a:defRPr>
            </a:lvl4pPr>
            <a:lvl5pPr marL="720000" indent="0" algn="ctr" rtl="1">
              <a:lnSpc>
                <a:spcPct val="100000"/>
              </a:lnSpc>
              <a:spcBef>
                <a:spcPts val="0"/>
              </a:spcBef>
              <a:spcAft>
                <a:spcPts val="0"/>
              </a:spcAft>
              <a:buNone/>
              <a:defRPr lang="ar-SA" sz="2300" dirty="0">
                <a:solidFill>
                  <a:srgbClr val="5F6B7A"/>
                </a:solidFill>
                <a:latin typeface="IBM Plex Sans Arabic"/>
                <a:cs typeface="IBM Plex Sans Arabic"/>
              </a:defRPr>
            </a:lvl5pPr>
          </a:lstStyle>
          <a:p>
            <a:r>
              <a:rPr lang="ar-SA" dirty="0"/>
              <a:t>العدد</a:t>
            </a:r>
          </a:p>
        </p:txBody>
      </p:sp>
      <p:sp>
        <p:nvSpPr>
          <p:cNvPr id="42" name="تسمية مهام جارية"/>
          <p:cNvSpPr txBox="1"/>
          <p:nvPr/>
        </p:nvSpPr>
        <p:spPr>
          <a:xfrm>
            <a:off x="396000" y="2646000"/>
            <a:ext cx="936000" cy="324000"/>
          </a:xfrm>
          <a:prstGeom prst="rect">
            <a:avLst/>
          </a:prstGeom>
          <a:noFill/>
          <a:ln>
            <a:noFill/>
          </a:ln>
        </p:spPr>
        <p:txBody>
          <a:bodyPr wrap="square" lIns="0" tIns="0" rIns="0" bIns="0" rtlCol="0" anchor="t"/>
          <a:lstStyle/>
          <a:p>
            <a:pPr marL="0" indent="0" algn="ctr" rtl="1">
              <a:lnSpc>
                <a:spcPct val="100000"/>
              </a:lnSpc>
              <a:spcBef>
                <a:spcPts val="0"/>
              </a:spcBef>
              <a:spcAft>
                <a:spcPts val="0"/>
              </a:spcAft>
              <a:buNone/>
            </a:pPr>
            <a:r>
              <a:rPr lang="ar-SA" sz="1000" dirty="0">
                <a:solidFill>
                  <a:srgbClr val="273470"/>
                </a:solidFill>
                <a:latin typeface="IBM Plex Sans Arabic"/>
                <a:cs typeface="IBM Plex Sans Arabic"/>
              </a:rPr>
              <a:t>مهام جارية</a:t>
            </a:r>
          </a:p>
        </p:txBody>
      </p:sp>
      <p:sp>
        <p:nvSpPr>
          <p:cNvPr id="43" name="أيقونة قسم"/>
          <p:cNvSpPr/>
          <p:nvPr/>
        </p:nvSpPr>
        <p:spPr>
          <a:xfrm>
            <a:off x="6984000" y="3369600"/>
            <a:ext cx="144000" cy="144000"/>
          </a:xfrm>
          <a:prstGeom prst="ellipse">
            <a:avLst/>
          </a:prstGeom>
          <a:solidFill>
            <a:srgbClr val="127A5B"/>
          </a:solidFill>
          <a:ln>
            <a:noFill/>
          </a:ln>
        </p:spPr>
      </p:sp>
      <p:sp>
        <p:nvSpPr>
          <p:cNvPr id="44" name="أيقونة قسم داخلية"/>
          <p:cNvSpPr/>
          <p:nvPr/>
        </p:nvSpPr>
        <p:spPr>
          <a:xfrm>
            <a:off x="7029000" y="3414600"/>
            <a:ext cx="54000" cy="54000"/>
          </a:xfrm>
          <a:prstGeom prst="ellipse">
            <a:avLst/>
          </a:prstGeom>
          <a:solidFill>
            <a:srgbClr val="FFFFFF"/>
          </a:solidFill>
          <a:ln>
            <a:noFill/>
          </a:ln>
        </p:spPr>
      </p:sp>
      <p:sp>
        <p:nvSpPr>
          <p:cNvPr id="45" name="عنوان قسم: المهام المنجزة هذا الأسبوع"/>
          <p:cNvSpPr txBox="1"/>
          <p:nvPr/>
        </p:nvSpPr>
        <p:spPr>
          <a:xfrm>
            <a:off x="2214000" y="3297600"/>
            <a:ext cx="4680000" cy="288000"/>
          </a:xfrm>
          <a:prstGeom prst="rect">
            <a:avLst/>
          </a:prstGeom>
          <a:noFill/>
          <a:ln>
            <a:noFill/>
          </a:ln>
        </p:spPr>
        <p:txBody>
          <a:bodyPr wrap="square" lIns="0" tIns="0" rIns="0" bIns="0" rtlCol="0" anchor="ctr"/>
          <a:lstStyle/>
          <a:p>
            <a:pPr marL="0" indent="0" algn="r" rtl="1">
              <a:lnSpc>
                <a:spcPct val="100000"/>
              </a:lnSpc>
              <a:spcBef>
                <a:spcPts val="0"/>
              </a:spcBef>
              <a:spcAft>
                <a:spcPts val="0"/>
              </a:spcAft>
              <a:buNone/>
            </a:pPr>
            <a:r>
              <a:rPr lang="ar-SA" sz="1400" b="1" dirty="0">
                <a:solidFill>
                  <a:srgbClr val="273470"/>
                </a:solidFill>
                <a:latin typeface="IBM Plex Sans Arabic"/>
                <a:cs typeface="IBM Plex Sans Arabic"/>
              </a:rPr>
              <a:t>المهام المنجزة هذا الأسبوع</a:t>
            </a:r>
          </a:p>
        </p:txBody>
      </p:sp>
      <p:sp>
        <p:nvSpPr>
          <p:cNvPr id="46" name="المهام المنجزة"/>
          <p:cNvSpPr>
            <a:spLocks noGrp="1"/>
          </p:cNvSpPr>
          <p:nvPr>
            <p:ph type="body" sz="quarter" idx="109" hasCustomPrompt="1"/>
          </p:nvPr>
        </p:nvSpPr>
        <p:spPr>
          <a:xfrm>
            <a:off x="432000" y="3582000"/>
            <a:ext cx="6696000" cy="1872000"/>
          </a:xfrm>
          <a:prstGeom prst="rect">
            <a:avLst/>
          </a:prstGeom>
          <a:noFill/>
        </p:spPr>
        <p:txBody>
          <a:bodyPr wrap="square" lIns="0" tIns="0" rIns="0" bIns="0" rtlCol="0" anchor="t">
            <a:normAutofit/>
          </a:bodyPr>
          <a:lstStyle>
            <a:lvl1pPr marL="162000" indent="-162000" algn="r" rtl="1">
              <a:lnSpc>
                <a:spcPct val="100000"/>
              </a:lnSpc>
              <a:spcBef>
                <a:spcPts val="0"/>
              </a:spcBef>
              <a:spcAft>
                <a:spcPts val="200"/>
              </a:spcAft>
              <a:buClr>
                <a:srgbClr val="127A5B"/>
              </a:buClr>
              <a:buSzPct val="110000"/>
              <a:buFont typeface="Arial" pitchFamily="34" charset="0"/>
              <a:buChar char="•"/>
              <a:defRPr lang="ar-SA" sz="1100" dirty="0">
                <a:solidFill>
                  <a:srgbClr val="1F2A37"/>
                </a:solidFill>
                <a:latin typeface="IBM Plex Sans Arabic Medium"/>
                <a:cs typeface="IBM Plex Sans Arabic Medium"/>
              </a:defRPr>
            </a:lvl1pPr>
            <a:lvl2pPr marL="342000" indent="-162000" algn="r" rtl="1">
              <a:lnSpc>
                <a:spcPct val="100000"/>
              </a:lnSpc>
              <a:spcBef>
                <a:spcPts val="0"/>
              </a:spcBef>
              <a:spcAft>
                <a:spcPts val="200"/>
              </a:spcAft>
              <a:buClr>
                <a:srgbClr val="5F6B7A"/>
              </a:buClr>
              <a:buSzPct val="110000"/>
              <a:buFont typeface="Arial" pitchFamily="34" charset="0"/>
              <a:buChar char="–"/>
              <a:defRPr lang="ar-SA" sz="1000" dirty="0">
                <a:solidFill>
                  <a:srgbClr val="5F6B7A"/>
                </a:solidFill>
                <a:latin typeface="IBM Plex Sans Arabic Medium"/>
                <a:cs typeface="IBM Plex Sans Arabic Medium"/>
              </a:defRPr>
            </a:lvl2pPr>
            <a:lvl3pPr marL="522000" indent="-162000" algn="r" rtl="1">
              <a:lnSpc>
                <a:spcPct val="100000"/>
              </a:lnSpc>
              <a:spcBef>
                <a:spcPts val="0"/>
              </a:spcBef>
              <a:spcAft>
                <a:spcPts val="200"/>
              </a:spcAft>
              <a:buClr>
                <a:srgbClr val="5F6B7A"/>
              </a:buClr>
              <a:buSzPct val="110000"/>
              <a:buFont typeface="Arial" pitchFamily="34" charset="0"/>
              <a:buChar char="–"/>
              <a:defRPr lang="ar-SA" sz="1000" dirty="0">
                <a:solidFill>
                  <a:srgbClr val="5F6B7A"/>
                </a:solidFill>
                <a:latin typeface="IBM Plex Sans Arabic Medium"/>
                <a:cs typeface="IBM Plex Sans Arabic Medium"/>
              </a:defRPr>
            </a:lvl3pPr>
            <a:lvl4pPr marL="702000" indent="-162000" algn="r" rtl="1">
              <a:lnSpc>
                <a:spcPct val="100000"/>
              </a:lnSpc>
              <a:spcBef>
                <a:spcPts val="0"/>
              </a:spcBef>
              <a:spcAft>
                <a:spcPts val="200"/>
              </a:spcAft>
              <a:buClr>
                <a:srgbClr val="5F6B7A"/>
              </a:buClr>
              <a:buSzPct val="110000"/>
              <a:buFont typeface="Arial" pitchFamily="34" charset="0"/>
              <a:buChar char="–"/>
              <a:defRPr lang="ar-SA" sz="1000" dirty="0">
                <a:solidFill>
                  <a:srgbClr val="5F6B7A"/>
                </a:solidFill>
                <a:latin typeface="IBM Plex Sans Arabic Medium"/>
                <a:cs typeface="IBM Plex Sans Arabic Medium"/>
              </a:defRPr>
            </a:lvl4pPr>
            <a:lvl5pPr marL="882000" indent="-162000" algn="r" rtl="1">
              <a:lnSpc>
                <a:spcPct val="100000"/>
              </a:lnSpc>
              <a:spcBef>
                <a:spcPts val="0"/>
              </a:spcBef>
              <a:spcAft>
                <a:spcPts val="200"/>
              </a:spcAft>
              <a:buClr>
                <a:srgbClr val="5F6B7A"/>
              </a:buClr>
              <a:buSzPct val="110000"/>
              <a:buFont typeface="Arial" pitchFamily="34" charset="0"/>
              <a:buChar char="–"/>
              <a:defRPr lang="ar-SA" sz="1000" dirty="0">
                <a:solidFill>
                  <a:srgbClr val="5F6B7A"/>
                </a:solidFill>
                <a:latin typeface="IBM Plex Sans Arabic Medium"/>
                <a:cs typeface="IBM Plex Sans Arabic Medium"/>
              </a:defRPr>
            </a:lvl5pPr>
          </a:lstStyle>
          <a:p>
            <a:r>
              <a:rPr lang="ar-SA" dirty="0"/>
              <a:t>مهمة في كل سطر: اسم المهمة — النتيجة أو الأثر (برقم إن أمكن). خمسة بنود كحد أقصى.</a:t>
            </a:r>
          </a:p>
        </p:txBody>
      </p:sp>
      <p:sp>
        <p:nvSpPr>
          <p:cNvPr id="47" name="أيقونة قسم"/>
          <p:cNvSpPr/>
          <p:nvPr/>
        </p:nvSpPr>
        <p:spPr>
          <a:xfrm>
            <a:off x="6984000" y="5745600"/>
            <a:ext cx="144000" cy="144000"/>
          </a:xfrm>
          <a:prstGeom prst="ellipse">
            <a:avLst/>
          </a:prstGeom>
          <a:solidFill>
            <a:srgbClr val="0C7373"/>
          </a:solidFill>
          <a:ln>
            <a:noFill/>
          </a:ln>
        </p:spPr>
      </p:sp>
      <p:sp>
        <p:nvSpPr>
          <p:cNvPr id="48" name="أيقونة قسم داخلية"/>
          <p:cNvSpPr/>
          <p:nvPr/>
        </p:nvSpPr>
        <p:spPr>
          <a:xfrm>
            <a:off x="7029000" y="5790600"/>
            <a:ext cx="54000" cy="54000"/>
          </a:xfrm>
          <a:prstGeom prst="ellipse">
            <a:avLst/>
          </a:prstGeom>
          <a:solidFill>
            <a:srgbClr val="FFFFFF"/>
          </a:solidFill>
          <a:ln>
            <a:noFill/>
          </a:ln>
        </p:spPr>
      </p:sp>
      <p:sp>
        <p:nvSpPr>
          <p:cNvPr id="49" name="عنوان قسم: المهام الجارية"/>
          <p:cNvSpPr txBox="1"/>
          <p:nvPr/>
        </p:nvSpPr>
        <p:spPr>
          <a:xfrm>
            <a:off x="2214000" y="5673600"/>
            <a:ext cx="4680000" cy="288000"/>
          </a:xfrm>
          <a:prstGeom prst="rect">
            <a:avLst/>
          </a:prstGeom>
          <a:noFill/>
          <a:ln>
            <a:noFill/>
          </a:ln>
        </p:spPr>
        <p:txBody>
          <a:bodyPr wrap="square" lIns="0" tIns="0" rIns="0" bIns="0" rtlCol="0" anchor="ctr"/>
          <a:lstStyle/>
          <a:p>
            <a:pPr marL="0" indent="0" algn="r" rtl="1">
              <a:lnSpc>
                <a:spcPct val="100000"/>
              </a:lnSpc>
              <a:spcBef>
                <a:spcPts val="0"/>
              </a:spcBef>
              <a:spcAft>
                <a:spcPts val="0"/>
              </a:spcAft>
              <a:buNone/>
            </a:pPr>
            <a:r>
              <a:rPr lang="ar-SA" sz="1400" b="1" dirty="0">
                <a:solidFill>
                  <a:srgbClr val="273470"/>
                </a:solidFill>
                <a:latin typeface="IBM Plex Sans Arabic"/>
                <a:cs typeface="IBM Plex Sans Arabic"/>
              </a:rPr>
              <a:t>المهام الجارية</a:t>
            </a:r>
          </a:p>
        </p:txBody>
      </p:sp>
      <p:sp>
        <p:nvSpPr>
          <p:cNvPr id="50" name="صندوق التحديات"/>
          <p:cNvSpPr/>
          <p:nvPr/>
        </p:nvSpPr>
        <p:spPr>
          <a:xfrm>
            <a:off x="432000" y="8532000"/>
            <a:ext cx="6696000" cy="1080000"/>
          </a:xfrm>
          <a:prstGeom prst="roundRect">
            <a:avLst>
              <a:gd name="adj" fmla="val 5000"/>
            </a:avLst>
          </a:prstGeom>
          <a:solidFill>
            <a:srgbClr val="F4F5F7"/>
          </a:solidFill>
          <a:ln w="6350">
            <a:solidFill>
              <a:srgbClr val="C9CFD9"/>
            </a:solidFill>
          </a:ln>
        </p:spPr>
      </p:sp>
      <p:sp>
        <p:nvSpPr>
          <p:cNvPr id="51" name="تسمية التحديات"/>
          <p:cNvSpPr txBox="1"/>
          <p:nvPr/>
        </p:nvSpPr>
        <p:spPr>
          <a:xfrm>
            <a:off x="576000" y="8604000"/>
            <a:ext cx="6408000" cy="234000"/>
          </a:xfrm>
          <a:prstGeom prst="rect">
            <a:avLst/>
          </a:prstGeom>
          <a:noFill/>
          <a:ln>
            <a:noFill/>
          </a:ln>
        </p:spPr>
        <p:txBody>
          <a:bodyPr wrap="square" lIns="0" tIns="0" rIns="0" bIns="0" rtlCol="0" anchor="ctr"/>
          <a:lstStyle/>
          <a:p>
            <a:pPr marL="0" indent="0" algn="r" rtl="1">
              <a:lnSpc>
                <a:spcPct val="100000"/>
              </a:lnSpc>
              <a:spcBef>
                <a:spcPts val="0"/>
              </a:spcBef>
              <a:spcAft>
                <a:spcPts val="0"/>
              </a:spcAft>
              <a:buNone/>
            </a:pPr>
            <a:r>
              <a:rPr lang="ar-SA" sz="1000" b="1" dirty="0">
                <a:solidFill>
                  <a:srgbClr val="5F6B7A"/>
                </a:solidFill>
                <a:latin typeface="IBM Plex Sans Arabic"/>
                <a:cs typeface="IBM Plex Sans Arabic"/>
              </a:rPr>
              <a:t>التحديات</a:t>
            </a:r>
          </a:p>
        </p:txBody>
      </p:sp>
      <p:sp>
        <p:nvSpPr>
          <p:cNvPr id="52" name="التحديات"/>
          <p:cNvSpPr>
            <a:spLocks noGrp="1"/>
          </p:cNvSpPr>
          <p:nvPr>
            <p:ph type="body" sz="quarter" idx="112" hasCustomPrompt="1"/>
          </p:nvPr>
        </p:nvSpPr>
        <p:spPr>
          <a:xfrm>
            <a:off x="576000" y="8874000"/>
            <a:ext cx="6408000" cy="666000"/>
          </a:xfrm>
          <a:prstGeom prst="rect">
            <a:avLst/>
          </a:prstGeom>
          <a:noFill/>
        </p:spPr>
        <p:txBody>
          <a:bodyPr wrap="square" lIns="0" tIns="0" rIns="0" bIns="0" rtlCol="0" anchor="t">
            <a:normAutofit/>
          </a:bodyPr>
          <a:lstStyle>
            <a:lvl1pPr marL="0" indent="0" algn="r" rtl="1">
              <a:lnSpc>
                <a:spcPct val="100000"/>
              </a:lnSpc>
              <a:spcBef>
                <a:spcPts val="0"/>
              </a:spcBef>
              <a:spcAft>
                <a:spcPts val="0"/>
              </a:spcAft>
              <a:buNone/>
              <a:defRPr lang="ar-SA" sz="1050" dirty="0">
                <a:solidFill>
                  <a:srgbClr val="4F5B6A"/>
                </a:solidFill>
                <a:latin typeface="IBM Plex Sans Arabic Medium"/>
                <a:cs typeface="IBM Plex Sans Arabic Medium"/>
              </a:defRPr>
            </a:lvl1pPr>
            <a:lvl2pPr marL="18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2pPr>
            <a:lvl3pPr marL="36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3pPr>
            <a:lvl4pPr marL="54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4pPr>
            <a:lvl5pPr marL="720000" indent="0" algn="r" rtl="1">
              <a:lnSpc>
                <a:spcPct val="100000"/>
              </a:lnSpc>
              <a:spcBef>
                <a:spcPts val="0"/>
              </a:spcBef>
              <a:spcAft>
                <a:spcPts val="0"/>
              </a:spcAft>
              <a:buNone/>
              <a:defRPr lang="ar-SA" sz="950" dirty="0">
                <a:solidFill>
                  <a:srgbClr val="5F6B7A"/>
                </a:solidFill>
                <a:latin typeface="IBM Plex Sans Arabic Medium"/>
                <a:cs typeface="IBM Plex Sans Arabic Medium"/>
              </a:defRPr>
            </a:lvl5pPr>
          </a:lstStyle>
          <a:p>
            <a:r>
              <a:rPr lang="ar-SA" dirty="0"/>
              <a:t>جملة واحدة: السبب ← الأثر ← الموعد الجديد ← هل يحتاج تدخّلك؟ (اتركه فارغًا إن لم يوجد)</a:t>
            </a:r>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slideLayout" Target="../slideLayouts/slideLayout6.xml"/><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4" r:id="rId6"/>
    <p:sldLayoutId id="2147483655" r:id="rId7"/>
  </p:sldLayoutIdLst>
  <p:txStyles>
    <p:titleStyle>
      <a:lvl1pPr algn="r" defTabSz="457200" rtl="1" eaLnBrk="1" latinLnBrk="0" hangingPunct="1">
        <a:spcBef>
          <a:spcPct val="0"/>
        </a:spcBef>
        <a:buNone/>
        <a:defRPr sz="2200" kern="1200" lang="ar-SA">
          <a:solidFill>
            <a:schemeClr val="tx1"/>
          </a:solidFill>
          <a:latin typeface="+mj-lt"/>
          <a:ea typeface="+mj-ea"/>
          <a:cs typeface="+mj-cs"/>
        </a:defRPr>
      </a:lvl1pPr>
    </p:titleStyle>
    <p:bodyStyle>
      <a:lvl1pPr marL="342900" indent="-342900" algn="r" defTabSz="457200" rtl="1" eaLnBrk="1" latinLnBrk="0" hangingPunct="1">
        <a:spcBef>
          <a:spcPct val="20000"/>
        </a:spcBef>
        <a:buFont typeface="Arial"/>
        <a:buChar char="•"/>
        <a:defRPr sz="1100" kern="1200" lang="ar-SA">
          <a:solidFill>
            <a:schemeClr val="tx1"/>
          </a:solidFill>
          <a:latin typeface="+mn-lt"/>
          <a:ea typeface="+mn-ea"/>
          <a:cs typeface="+mn-cs"/>
        </a:defRPr>
      </a:lvl1pPr>
      <a:lvl2pPr marL="742950" indent="-285750" algn="r" defTabSz="457200" rtl="1" eaLnBrk="1" latinLnBrk="0" hangingPunct="1">
        <a:spcBef>
          <a:spcPct val="20000"/>
        </a:spcBef>
        <a:buFont typeface="Arial"/>
        <a:buChar char="–"/>
        <a:defRPr sz="1100" kern="1200" lang="ar-SA">
          <a:solidFill>
            <a:schemeClr val="tx1"/>
          </a:solidFill>
          <a:latin typeface="+mn-lt"/>
          <a:ea typeface="+mn-ea"/>
          <a:cs typeface="+mn-cs"/>
        </a:defRPr>
      </a:lvl2pPr>
      <a:lvl3pPr marL="1143000" indent="-228600" algn="r" defTabSz="457200" rtl="1" eaLnBrk="1" latinLnBrk="0" hangingPunct="1">
        <a:spcBef>
          <a:spcPct val="20000"/>
        </a:spcBef>
        <a:buFont typeface="Arial"/>
        <a:buChar char="•"/>
        <a:defRPr sz="1100" kern="1200" lang="ar-SA">
          <a:solidFill>
            <a:schemeClr val="tx1"/>
          </a:solidFill>
          <a:latin typeface="+mn-lt"/>
          <a:ea typeface="+mn-ea"/>
          <a:cs typeface="+mn-cs"/>
        </a:defRPr>
      </a:lvl3pPr>
      <a:lvl4pPr marL="1600200" indent="-228600" algn="r" defTabSz="457200" rtl="1" eaLnBrk="1" latinLnBrk="0" hangingPunct="1">
        <a:spcBef>
          <a:spcPct val="20000"/>
        </a:spcBef>
        <a:buFont typeface="Arial"/>
        <a:buChar char="–"/>
        <a:defRPr sz="1100" kern="1200" lang="ar-SA">
          <a:solidFill>
            <a:schemeClr val="tx1"/>
          </a:solidFill>
          <a:latin typeface="+mn-lt"/>
          <a:ea typeface="+mn-ea"/>
          <a:cs typeface="+mn-cs"/>
        </a:defRPr>
      </a:lvl4pPr>
      <a:lvl5pPr marL="2057400" indent="-228600" algn="r" defTabSz="457200" rtl="1" eaLnBrk="1" latinLnBrk="0" hangingPunct="1">
        <a:spcBef>
          <a:spcPct val="20000"/>
        </a:spcBef>
        <a:buFont typeface="Arial"/>
        <a:buChar char="»"/>
        <a:defRPr sz="1100" kern="1200" lang="ar-SA">
          <a:solidFill>
            <a:schemeClr val="tx1"/>
          </a:solidFill>
          <a:latin typeface="+mn-lt"/>
          <a:ea typeface="+mn-ea"/>
          <a:cs typeface="+mn-cs"/>
        </a:defRPr>
      </a:lvl5pPr>
      <a:lvl6pPr marL="2514600" indent="-228600" algn="r" defTabSz="457200" rtl="1" eaLnBrk="1" latinLnBrk="0" hangingPunct="1">
        <a:spcBef>
          <a:spcPct val="20000"/>
        </a:spcBef>
        <a:buFont typeface="Arial"/>
        <a:buChar char="•"/>
        <a:defRPr sz="1100" kern="1200" lang="ar-SA">
          <a:solidFill>
            <a:schemeClr val="tx1"/>
          </a:solidFill>
          <a:latin typeface="+mn-lt"/>
          <a:ea typeface="+mn-ea"/>
          <a:cs typeface="+mn-cs"/>
        </a:defRPr>
      </a:lvl6pPr>
      <a:lvl7pPr marL="2971800" indent="-228600" algn="r" defTabSz="457200" rtl="1" eaLnBrk="1" latinLnBrk="0" hangingPunct="1">
        <a:spcBef>
          <a:spcPct val="20000"/>
        </a:spcBef>
        <a:buFont typeface="Arial"/>
        <a:buChar char="•"/>
        <a:defRPr sz="1100" kern="1200" lang="ar-SA">
          <a:solidFill>
            <a:schemeClr val="tx1"/>
          </a:solidFill>
          <a:latin typeface="+mn-lt"/>
          <a:ea typeface="+mn-ea"/>
          <a:cs typeface="+mn-cs"/>
        </a:defRPr>
      </a:lvl7pPr>
      <a:lvl8pPr marL="3429000" indent="-228600" algn="r" defTabSz="457200" rtl="1" eaLnBrk="1" latinLnBrk="0" hangingPunct="1">
        <a:spcBef>
          <a:spcPct val="20000"/>
        </a:spcBef>
        <a:buFont typeface="Arial"/>
        <a:buChar char="•"/>
        <a:defRPr sz="1100" kern="1200" lang="ar-SA">
          <a:solidFill>
            <a:schemeClr val="tx1"/>
          </a:solidFill>
          <a:latin typeface="+mn-lt"/>
          <a:ea typeface="+mn-ea"/>
          <a:cs typeface="+mn-cs"/>
        </a:defRPr>
      </a:lvl8pPr>
      <a:lvl9pPr marL="3886200" indent="-228600" algn="r" defTabSz="457200" rtl="1" eaLnBrk="1" latinLnBrk="0" hangingPunct="1">
        <a:spcBef>
          <a:spcPct val="20000"/>
        </a:spcBef>
        <a:buFont typeface="Arial"/>
        <a:buChar char="•"/>
        <a:defRPr sz="1100" kern="1200" lang="ar-SA">
          <a:solidFill>
            <a:schemeClr val="tx1"/>
          </a:solidFill>
          <a:latin typeface="+mn-lt"/>
          <a:ea typeface="+mn-ea"/>
          <a:cs typeface="+mn-cs"/>
        </a:defRPr>
      </a:lvl9pPr>
    </p:bodyStyle>
    <p:otherStyle>
      <a:defPPr>
        <a:defRPr lang="en-US"/>
      </a:defPPr>
      <a:lvl1pPr marL="0" algn="r" defTabSz="457200" rtl="1" eaLnBrk="1" latinLnBrk="0" hangingPunct="1">
        <a:defRPr sz="1100" kern="1200" lang="ar-SA">
          <a:solidFill>
            <a:schemeClr val="tx1"/>
          </a:solidFill>
          <a:latin typeface="+mn-lt"/>
          <a:ea typeface="+mn-ea"/>
          <a:cs typeface="+mn-cs"/>
        </a:defRPr>
      </a:lvl1pPr>
      <a:lvl2pPr marL="457200" algn="r" defTabSz="457200" rtl="1" eaLnBrk="1" latinLnBrk="0" hangingPunct="1">
        <a:defRPr sz="1100" kern="1200" lang="ar-SA">
          <a:solidFill>
            <a:schemeClr val="tx1"/>
          </a:solidFill>
          <a:latin typeface="+mn-lt"/>
          <a:ea typeface="+mn-ea"/>
          <a:cs typeface="+mn-cs"/>
        </a:defRPr>
      </a:lvl2pPr>
      <a:lvl3pPr marL="914400" algn="r" defTabSz="457200" rtl="1" eaLnBrk="1" latinLnBrk="0" hangingPunct="1">
        <a:defRPr sz="1100" kern="1200" lang="ar-SA">
          <a:solidFill>
            <a:schemeClr val="tx1"/>
          </a:solidFill>
          <a:latin typeface="+mn-lt"/>
          <a:ea typeface="+mn-ea"/>
          <a:cs typeface="+mn-cs"/>
        </a:defRPr>
      </a:lvl3pPr>
      <a:lvl4pPr marL="1371600" algn="r" defTabSz="457200" rtl="1" eaLnBrk="1" latinLnBrk="0" hangingPunct="1">
        <a:defRPr sz="1100" kern="1200" lang="ar-SA">
          <a:solidFill>
            <a:schemeClr val="tx1"/>
          </a:solidFill>
          <a:latin typeface="+mn-lt"/>
          <a:ea typeface="+mn-ea"/>
          <a:cs typeface="+mn-cs"/>
        </a:defRPr>
      </a:lvl4pPr>
      <a:lvl5pPr marL="1828800" algn="r" defTabSz="457200" rtl="1" eaLnBrk="1" latinLnBrk="0" hangingPunct="1">
        <a:defRPr sz="1100" kern="1200" lang="ar-SA">
          <a:solidFill>
            <a:schemeClr val="tx1"/>
          </a:solidFill>
          <a:latin typeface="+mn-lt"/>
          <a:ea typeface="+mn-ea"/>
          <a:cs typeface="+mn-cs"/>
        </a:defRPr>
      </a:lvl5pPr>
      <a:lvl6pPr marL="2286000" algn="r" defTabSz="457200" rtl="1" eaLnBrk="1" latinLnBrk="0" hangingPunct="1">
        <a:defRPr sz="1100" kern="1200" lang="ar-SA">
          <a:solidFill>
            <a:schemeClr val="tx1"/>
          </a:solidFill>
          <a:latin typeface="+mn-lt"/>
          <a:ea typeface="+mn-ea"/>
          <a:cs typeface="+mn-cs"/>
        </a:defRPr>
      </a:lvl6pPr>
      <a:lvl7pPr marL="2743200" algn="r" defTabSz="457200" rtl="1" eaLnBrk="1" latinLnBrk="0" hangingPunct="1">
        <a:defRPr sz="1100" kern="1200" lang="ar-SA">
          <a:solidFill>
            <a:schemeClr val="tx1"/>
          </a:solidFill>
          <a:latin typeface="+mn-lt"/>
          <a:ea typeface="+mn-ea"/>
          <a:cs typeface="+mn-cs"/>
        </a:defRPr>
      </a:lvl7pPr>
      <a:lvl8pPr marL="3200400" algn="r" defTabSz="457200" rtl="1" eaLnBrk="1" latinLnBrk="0" hangingPunct="1">
        <a:defRPr sz="1100" kern="1200" lang="ar-SA">
          <a:solidFill>
            <a:schemeClr val="tx1"/>
          </a:solidFill>
          <a:latin typeface="+mn-lt"/>
          <a:ea typeface="+mn-ea"/>
          <a:cs typeface="+mn-cs"/>
        </a:defRPr>
      </a:lvl8pPr>
      <a:lvl9pPr marL="3657600" algn="r" defTabSz="457200" rtl="1" eaLnBrk="1" latinLnBrk="0" hangingPunct="1">
        <a:defRPr sz="1100" kern="1200" lang="ar-SA">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الشعار" descr="sample_logo.png"/>
          <p:cNvPicPr>
            <a:picLocks noGrp="1" noChangeAspect="1"/>
          </p:cNvPicPr>
          <p:nvPr>
            <p:ph type="pic" idx="120" sz="quarter"/>
          </p:nvPr>
        </p:nvPicPr>
        <p:blipFill>
          <a:blip r:embed="rId3"/>
          <a:srcRect/>
          <a:stretch>
            <a:fillRect/>
          </a:stretch>
        </p:blipFill>
        <p:spPr/>
      </p:pic>
      <p:sp>
        <p:nvSpPr>
          <p:cNvPr id="3" name="اسم الجهة"/>
          <p:cNvSpPr>
            <a:spLocks noGrp="1"/>
          </p:cNvSpPr>
          <p:nvPr>
            <p:ph type="body" idx="101" sz="quarter"/>
          </p:nvPr>
        </p:nvSpPr>
        <p:spPr/>
        <p:txBody>
          <a:bodyPr wrap="square" lIns="0" tIns="0" rIns="0" bIns="0" rtlCol="0" anchor="ctr">
            <a:normAutofit/>
          </a:bodyPr>
          <a:lstStyle/>
          <a:p>
            <a:pPr algn="r" rtl="1"/>
            <a:r>
              <a:rPr lang="ar-SA" dirty="0"/>
              <a:t>الإدارة العامة للتحول الرقمي — إدارة البيانات والتحليلات</a:t>
            </a:r>
          </a:p>
        </p:txBody>
      </p:sp>
      <p:sp>
        <p:nvSpPr>
          <p:cNvPr id="4" name="الفترة — من"/>
          <p:cNvSpPr>
            <a:spLocks noGrp="1"/>
          </p:cNvSpPr>
          <p:nvPr>
            <p:ph type="body" idx="115" sz="quarter"/>
          </p:nvPr>
        </p:nvSpPr>
        <p:spPr/>
        <p:txBody>
          <a:bodyPr wrap="square" lIns="0" tIns="0" rIns="0" bIns="0" rtlCol="0" anchor="t">
            <a:normAutofit/>
          </a:bodyPr>
          <a:lstStyle/>
          <a:p>
            <a:pPr algn="r" rtl="1"/>
            <a:r>
              <a:rPr lang="ar-SA" dirty="0"/>
              <a:t>25 أكتوبر 2026</a:t>
            </a:r>
          </a:p>
        </p:txBody>
      </p:sp>
      <p:sp>
        <p:nvSpPr>
          <p:cNvPr id="5" name="الفترة — إلى"/>
          <p:cNvSpPr>
            <a:spLocks noGrp="1"/>
          </p:cNvSpPr>
          <p:nvPr>
            <p:ph type="body" idx="116" sz="quarter"/>
          </p:nvPr>
        </p:nvSpPr>
        <p:spPr/>
        <p:txBody>
          <a:bodyPr wrap="square" lIns="0" tIns="0" rIns="0" bIns="0" rtlCol="0" anchor="t">
            <a:normAutofit/>
          </a:bodyPr>
          <a:lstStyle/>
          <a:p>
            <a:pPr algn="r" rtl="1"/>
            <a:r>
              <a:rPr lang="ar-SA" dirty="0"/>
              <a:t>29 أكتوبر 2026</a:t>
            </a:r>
          </a:p>
        </p:txBody>
      </p:sp>
      <p:sp>
        <p:nvSpPr>
          <p:cNvPr id="6" name="إعداد"/>
          <p:cNvSpPr>
            <a:spLocks noGrp="1"/>
          </p:cNvSpPr>
          <p:nvPr>
            <p:ph type="body" idx="103" sz="quarter"/>
          </p:nvPr>
        </p:nvSpPr>
        <p:spPr/>
        <p:txBody>
          <a:bodyPr wrap="square" lIns="0" tIns="0" rIns="0" bIns="0" rtlCol="0" anchor="t">
            <a:normAutofit/>
          </a:bodyPr>
          <a:lstStyle/>
          <a:p>
            <a:pPr algn="r" rtl="1"/>
            <a:r>
              <a:rPr lang="ar-SA" dirty="0"/>
              <a:t>أحمد العتيبي — محلل بيانات أول</a:t>
            </a:r>
          </a:p>
        </p:txBody>
      </p:sp>
      <p:sp>
        <p:nvSpPr>
          <p:cNvPr id="7" name="مقدَّم إلى"/>
          <p:cNvSpPr>
            <a:spLocks noGrp="1"/>
          </p:cNvSpPr>
          <p:nvPr>
            <p:ph type="body" idx="104" sz="quarter"/>
          </p:nvPr>
        </p:nvSpPr>
        <p:spPr/>
        <p:txBody>
          <a:bodyPr wrap="square" lIns="0" tIns="0" rIns="0" bIns="0" rtlCol="0" anchor="t">
            <a:normAutofit/>
          </a:bodyPr>
          <a:lstStyle/>
          <a:p>
            <a:pPr algn="r" rtl="1"/>
            <a:r>
              <a:rPr lang="ar-SA" dirty="0"/>
              <a:t>م. خالد القحطاني — مدير إدارة البيانات</a:t>
            </a:r>
          </a:p>
        </p:txBody>
      </p:sp>
      <p:sp>
        <p:nvSpPr>
          <p:cNvPr id="8" name="خلاصة الأسبوع"/>
          <p:cNvSpPr>
            <a:spLocks noGrp="1"/>
          </p:cNvSpPr>
          <p:nvPr>
            <p:ph type="body" idx="105" sz="quarter"/>
          </p:nvPr>
        </p:nvSpPr>
        <p:spPr/>
        <p:txBody>
          <a:bodyPr wrap="square" lIns="0" tIns="0" rIns="0" bIns="0" rtlCol="0" anchor="t">
            <a:normAutofit/>
          </a:bodyPr>
          <a:lstStyle/>
          <a:p>
            <a:pPr algn="r" rtl="1"/>
            <a:r>
              <a:rPr lang="ar-SA" dirty="0"/>
              <a:t>أُطلقت لوحة مؤشرات الأداء واعتمدتها 3 إدارات، وأُنجزت 4 مهام. مهمتان ضمن الجدول، ومهمة (تكامل الموارد البشرية) متأخرة أسبوعًا بسبب تأخر استلام البيانات، والموعد الجديد 9 نوفمبر.</a:t>
            </a:r>
          </a:p>
        </p:txBody>
      </p:sp>
      <p:sp>
        <p:nvSpPr>
          <p:cNvPr id="9" name="عدد المهام المنجزة"/>
          <p:cNvSpPr>
            <a:spLocks noGrp="1"/>
          </p:cNvSpPr>
          <p:nvPr>
            <p:ph type="body" idx="106" sz="quarter"/>
          </p:nvPr>
        </p:nvSpPr>
        <p:spPr/>
        <p:txBody>
          <a:bodyPr wrap="square" lIns="0" tIns="0" rIns="0" bIns="0" rtlCol="0" anchor="ctr">
            <a:normAutofit/>
          </a:bodyPr>
          <a:lstStyle/>
          <a:p>
            <a:pPr algn="ctr" rtl="1"/>
            <a:r>
              <a:rPr lang="ar-SA" dirty="0"/>
              <a:t>4</a:t>
            </a:r>
          </a:p>
        </p:txBody>
      </p:sp>
      <p:sp>
        <p:nvSpPr>
          <p:cNvPr id="10" name="عدد المهام الجارية"/>
          <p:cNvSpPr>
            <a:spLocks noGrp="1"/>
          </p:cNvSpPr>
          <p:nvPr>
            <p:ph type="body" idx="107" sz="quarter"/>
          </p:nvPr>
        </p:nvSpPr>
        <p:spPr/>
        <p:txBody>
          <a:bodyPr wrap="square" lIns="0" tIns="0" rIns="0" bIns="0" rtlCol="0" anchor="ctr">
            <a:normAutofit/>
          </a:bodyPr>
          <a:lstStyle/>
          <a:p>
            <a:pPr algn="ctr" rtl="1"/>
            <a:r>
              <a:rPr lang="ar-SA" dirty="0"/>
              <a:t>3</a:t>
            </a:r>
          </a:p>
        </p:txBody>
      </p:sp>
      <p:sp>
        <p:nvSpPr>
          <p:cNvPr id="11" name="المهام المنجزة"/>
          <p:cNvSpPr>
            <a:spLocks noGrp="1"/>
          </p:cNvSpPr>
          <p:nvPr>
            <p:ph type="body" idx="109" sz="quarter"/>
          </p:nvPr>
        </p:nvSpPr>
        <p:spPr/>
        <p:txBody>
          <a:bodyPr wrap="square" lIns="0" tIns="0" rIns="0" bIns="0" rtlCol="0" anchor="t">
            <a:normAutofit/>
          </a:bodyPr>
          <a:lstStyle/>
          <a:p>
            <a:pPr marL="162000" indent="-162000" algn="r" rtl="1">
              <a:buClr>
                <a:srgbClr val="127A5B"/>
              </a:buClr>
              <a:buSzPct val="110000"/>
              <a:buFont typeface="Arial" pitchFamily="34" charset="0"/>
              <a:buChar char="•"/>
            </a:pPr>
            <a:r>
              <a:rPr lang="ar-SA" b="1" dirty="0">
                <a:latin typeface="IBM Plex Sans Arabic"/>
                <a:cs typeface="IBM Plex Sans Arabic"/>
              </a:rPr>
              <a:t>إطلاق لوحة مؤشرات الأداء</a:t>
            </a:r>
            <a:r>
              <a:rPr lang="ar-SA" dirty="0"/>
              <a:t> — نُشرت على بيئة الإنتاج واعتمدتها 3 إدارات.</a:t>
            </a:r>
          </a:p>
          <a:p>
            <a:pPr marL="162000" indent="-162000" algn="r" rtl="1">
              <a:buClr>
                <a:srgbClr val="127A5B"/>
              </a:buClr>
              <a:buSzPct val="110000"/>
              <a:buFont typeface="Arial" pitchFamily="34" charset="0"/>
              <a:buChar char="•"/>
            </a:pPr>
            <a:r>
              <a:rPr lang="ar-SA" b="1" dirty="0">
                <a:latin typeface="IBM Plex Sans Arabic"/>
                <a:cs typeface="IBM Plex Sans Arabic"/>
              </a:rPr>
              <a:t>تنقية بيانات المستفيدين</a:t>
            </a:r>
            <a:r>
              <a:rPr lang="ar-SA" dirty="0"/>
              <a:t> — انخفضت السجلات المكررة بنسبة 18٪ (من 9,400 إلى 7,700 سجل).</a:t>
            </a:r>
          </a:p>
          <a:p>
            <a:pPr marL="162000" indent="-162000" algn="r" rtl="1">
              <a:buClr>
                <a:srgbClr val="127A5B"/>
              </a:buClr>
              <a:buSzPct val="110000"/>
              <a:buFont typeface="Arial" pitchFamily="34" charset="0"/>
              <a:buChar char="•"/>
            </a:pPr>
            <a:r>
              <a:rPr lang="ar-SA" b="1" dirty="0">
                <a:latin typeface="IBM Plex Sans Arabic"/>
                <a:cs typeface="IBM Plex Sans Arabic"/>
              </a:rPr>
              <a:t>ورشة سياسة حوكمة البيانات</a:t>
            </a:r>
            <a:r>
              <a:rPr lang="ar-SA" dirty="0"/>
              <a:t> — 24 مشاركًا، تقييم 4.6 من 5، واعتُمدت 3 بنود من السياسة.</a:t>
            </a:r>
          </a:p>
          <a:p>
            <a:pPr marL="162000" indent="-162000" algn="r" rtl="1">
              <a:buClr>
                <a:srgbClr val="127A5B"/>
              </a:buClr>
              <a:buSzPct val="110000"/>
              <a:buFont typeface="Arial" pitchFamily="34" charset="0"/>
              <a:buChar char="•"/>
            </a:pPr>
            <a:r>
              <a:rPr lang="ar-SA" b="1" dirty="0">
                <a:latin typeface="IBM Plex Sans Arabic"/>
                <a:cs typeface="IBM Plex Sans Arabic"/>
              </a:rPr>
              <a:t>تقرير الامتثال الشهري</a:t>
            </a:r>
            <a:r>
              <a:rPr lang="ar-SA" dirty="0"/>
              <a:t> — سُلِّم قبل الموعد بيومين دون ملاحظات.</a:t>
            </a:r>
          </a:p>
        </p:txBody>
      </p:sp>
      <p:sp>
        <p:nvSpPr>
          <p:cNvPr id="12" name="التحديات"/>
          <p:cNvSpPr>
            <a:spLocks noGrp="1"/>
          </p:cNvSpPr>
          <p:nvPr>
            <p:ph type="body" idx="112" sz="quarter"/>
          </p:nvPr>
        </p:nvSpPr>
        <p:spPr/>
        <p:txBody>
          <a:bodyPr wrap="square" lIns="0" tIns="0" rIns="0" bIns="0" rtlCol="0" anchor="t">
            <a:normAutofit/>
          </a:bodyPr>
          <a:lstStyle/>
          <a:p>
            <a:pPr algn="r" rtl="1"/>
            <a:r>
              <a:rPr lang="ar-SA" dirty="0"/>
              <a:t>تأخر استلام بيانات الموارد البشرية (تغيّر مسؤول النظام لديهم) — الأثر: تأخر مهمة التكامل أسبوعًا؛ الموعد الجديد للتسليم 9 نوفمبر؛ لا يحتاج تدخّلًا.</a:t>
            </a:r>
          </a:p>
        </p:txBody>
      </p:sp>
      <p:graphicFrame>
        <p:nvGraphicFramePr>
          <p:cNvPr id="13" name="جدول المهام الجارية"/>
          <p:cNvGraphicFramePr>
            <a:graphicFrameLocks noGrp="1"/>
          </p:cNvGraphicFramePr>
          <p:nvPr/>
        </p:nvGraphicFramePr>
        <p:xfrm>
          <a:off x="432000" y="5958000"/>
          <a:ext cx="6696000" cy="1242000"/>
        </p:xfrm>
        <a:graphic>
          <a:graphicData uri="http://schemas.openxmlformats.org/drawingml/2006/table">
            <a:tbl>
              <a:tblPr firstRow="1" rtl="1">
                <a:tableStyleId>{2D5ABB26-0587-4C30-8999-92F81FD0307C}</a:tableStyleId>
              </a:tblPr>
              <a:tblGrid>
                <a:gridCol w="3168000"/>
                <a:gridCol w="1080000"/>
                <a:gridCol w="1152000"/>
                <a:gridCol w="1296000"/>
              </a:tblGrid>
              <a:tr h="270000">
                <a:tc>
                  <a:txBody>
                    <a:bodyPr/>
                    <a:lstStyle/>
                    <a:p>
                      <a:pPr marL="0" indent="0" algn="r" rtl="1">
                        <a:lnSpc>
                          <a:spcPct val="100000"/>
                        </a:lnSpc>
                        <a:spcBef>
                          <a:spcPts val="0"/>
                        </a:spcBef>
                        <a:spcAft>
                          <a:spcPts val="0"/>
                        </a:spcAft>
                        <a:buNone/>
                      </a:pPr>
                      <a:r>
                        <a:rPr lang="ar-SA" sz="1000" b="1" dirty="0">
                          <a:solidFill>
                            <a:srgbClr val="273470"/>
                          </a:solidFill>
                          <a:latin typeface="IBM Plex Sans Arabic"/>
                          <a:cs typeface="IBM Plex Sans Arabic"/>
                        </a:rPr>
                        <a:t>المهمة</a:t>
                      </a:r>
                    </a:p>
                  </a:txBody>
                  <a:tcPr marL="79200" marR="79200" marT="36000" marB="36000" anchor="ctr">
                    <a:lnL>
                      <a:noFill/>
                    </a:lnL>
                    <a:lnR>
                      <a:noFill/>
                    </a:lnR>
                    <a:lnT>
                      <a:noFill/>
                    </a:lnT>
                    <a:lnB w="12700" cap="flat" cmpd="sng" algn="ctr">
                      <a:solidFill>
                        <a:srgbClr val="0C7373"/>
                      </a:solidFill>
                      <a:prstDash val="solid"/>
                    </a:lnB>
                    <a:solidFill>
                      <a:srgbClr val="EEF0F8"/>
                    </a:solidFill>
                  </a:tcPr>
                </a:tc>
                <a:tc>
                  <a:txBody>
                    <a:bodyPr/>
                    <a:lstStyle/>
                    <a:p>
                      <a:pPr marL="0" indent="0" algn="ctr" rtl="1">
                        <a:lnSpc>
                          <a:spcPct val="100000"/>
                        </a:lnSpc>
                        <a:spcBef>
                          <a:spcPts val="0"/>
                        </a:spcBef>
                        <a:spcAft>
                          <a:spcPts val="0"/>
                        </a:spcAft>
                        <a:buNone/>
                      </a:pPr>
                      <a:r>
                        <a:rPr lang="ar-SA" sz="1000" b="1" dirty="0">
                          <a:solidFill>
                            <a:srgbClr val="273470"/>
                          </a:solidFill>
                          <a:latin typeface="IBM Plex Sans Arabic"/>
                          <a:cs typeface="IBM Plex Sans Arabic"/>
                        </a:rPr>
                        <a:t>نسبة الإنجاز (٪)</a:t>
                      </a:r>
                    </a:p>
                  </a:txBody>
                  <a:tcPr marL="79200" marR="79200" marT="36000" marB="36000" anchor="ctr">
                    <a:lnL>
                      <a:noFill/>
                    </a:lnL>
                    <a:lnR>
                      <a:noFill/>
                    </a:lnR>
                    <a:lnT>
                      <a:noFill/>
                    </a:lnT>
                    <a:lnB w="12700" cap="flat" cmpd="sng" algn="ctr">
                      <a:solidFill>
                        <a:srgbClr val="0C7373"/>
                      </a:solidFill>
                      <a:prstDash val="solid"/>
                    </a:lnB>
                    <a:solidFill>
                      <a:srgbClr val="EEF0F8"/>
                    </a:solidFill>
                  </a:tcPr>
                </a:tc>
                <a:tc>
                  <a:txBody>
                    <a:bodyPr/>
                    <a:lstStyle/>
                    <a:p>
                      <a:pPr marL="0" indent="0" algn="ctr" rtl="1">
                        <a:lnSpc>
                          <a:spcPct val="100000"/>
                        </a:lnSpc>
                        <a:spcBef>
                          <a:spcPts val="0"/>
                        </a:spcBef>
                        <a:spcAft>
                          <a:spcPts val="0"/>
                        </a:spcAft>
                        <a:buNone/>
                      </a:pPr>
                      <a:r>
                        <a:rPr lang="ar-SA" sz="1000" b="1" dirty="0">
                          <a:solidFill>
                            <a:srgbClr val="273470"/>
                          </a:solidFill>
                          <a:latin typeface="IBM Plex Sans Arabic"/>
                          <a:cs typeface="IBM Plex Sans Arabic"/>
                        </a:rPr>
                        <a:t>الموعد المستهدف</a:t>
                      </a:r>
                    </a:p>
                  </a:txBody>
                  <a:tcPr marL="79200" marR="79200" marT="36000" marB="36000" anchor="ctr">
                    <a:lnL>
                      <a:noFill/>
                    </a:lnL>
                    <a:lnR>
                      <a:noFill/>
                    </a:lnR>
                    <a:lnT>
                      <a:noFill/>
                    </a:lnT>
                    <a:lnB w="12700" cap="flat" cmpd="sng" algn="ctr">
                      <a:solidFill>
                        <a:srgbClr val="0C7373"/>
                      </a:solidFill>
                      <a:prstDash val="solid"/>
                    </a:lnB>
                    <a:solidFill>
                      <a:srgbClr val="EEF0F8"/>
                    </a:solidFill>
                  </a:tcPr>
                </a:tc>
                <a:tc>
                  <a:txBody>
                    <a:bodyPr/>
                    <a:lstStyle/>
                    <a:p>
                      <a:pPr marL="0" indent="0" algn="ctr" rtl="1">
                        <a:lnSpc>
                          <a:spcPct val="100000"/>
                        </a:lnSpc>
                        <a:spcBef>
                          <a:spcPts val="0"/>
                        </a:spcBef>
                        <a:spcAft>
                          <a:spcPts val="0"/>
                        </a:spcAft>
                        <a:buNone/>
                      </a:pPr>
                      <a:r>
                        <a:rPr lang="ar-SA" sz="1000" b="1" dirty="0">
                          <a:solidFill>
                            <a:srgbClr val="273470"/>
                          </a:solidFill>
                          <a:latin typeface="IBM Plex Sans Arabic"/>
                          <a:cs typeface="IBM Plex Sans Arabic"/>
                        </a:rPr>
                        <a:t>الحالة</a:t>
                      </a:r>
                    </a:p>
                  </a:txBody>
                  <a:tcPr marL="79200" marR="79200" marT="36000" marB="36000" anchor="ctr">
                    <a:lnL>
                      <a:noFill/>
                    </a:lnL>
                    <a:lnR>
                      <a:noFill/>
                    </a:lnR>
                    <a:lnT>
                      <a:noFill/>
                    </a:lnT>
                    <a:lnB w="12700" cap="flat" cmpd="sng" algn="ctr">
                      <a:solidFill>
                        <a:srgbClr val="0C7373"/>
                      </a:solidFill>
                      <a:prstDash val="solid"/>
                    </a:lnB>
                    <a:solidFill>
                      <a:srgbClr val="EEF0F8"/>
                    </a:solidFill>
                  </a:tcPr>
                </a:tc>
              </a:tr>
              <a:tr h="324000">
                <a:tc>
                  <a:txBody>
                    <a:bodyPr/>
                    <a:lstStyle/>
                    <a:p>
                      <a:pPr marL="0" indent="0" algn="r" rtl="1">
                        <a:lnSpc>
                          <a:spcPct val="100000"/>
                        </a:lnSpc>
                        <a:spcBef>
                          <a:spcPts val="0"/>
                        </a:spcBef>
                        <a:spcAft>
                          <a:spcPts val="0"/>
                        </a:spcAft>
                        <a:buNone/>
                      </a:pPr>
                      <a:r>
                        <a:rPr lang="ar-SA" sz="1050" dirty="0">
                          <a:solidFill>
                            <a:srgbClr val="1F2A37"/>
                          </a:solidFill>
                          <a:latin typeface="IBM Plex Sans Arabic Medium"/>
                          <a:cs typeface="IBM Plex Sans Arabic Medium"/>
                        </a:rPr>
                        <a:t>أتمتة تقارير الالتزام الأسبوعية</a:t>
                      </a: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r>
                        <a:rPr lang="ar-SA" sz="1050" dirty="0">
                          <a:solidFill>
                            <a:srgbClr val="5F6B7A"/>
                          </a:solidFill>
                          <a:latin typeface="IBM Plex Sans Arabic Medium"/>
                          <a:cs typeface="IBM Plex Sans Arabic Medium"/>
                        </a:rPr>
                        <a:t>70</a:t>
                      </a: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r>
                        <a:rPr lang="ar-SA" sz="1050" dirty="0">
                          <a:solidFill>
                            <a:srgbClr val="5F6B7A"/>
                          </a:solidFill>
                          <a:latin typeface="IBM Plex Sans Arabic Medium"/>
                          <a:cs typeface="IBM Plex Sans Arabic Medium"/>
                        </a:rPr>
                        <a:t>5 نوفمبر 2026</a:t>
                      </a: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r>
                        <a:rPr lang="ar-SA" sz="1050" dirty="0">
                          <a:solidFill>
                            <a:srgbClr val="5F6B7A"/>
                          </a:solidFill>
                          <a:latin typeface="IBM Plex Sans Arabic Medium"/>
                          <a:cs typeface="IBM Plex Sans Arabic Medium"/>
                        </a:rPr>
                        <a:t>على المسار</a:t>
                      </a:r>
                    </a:p>
                  </a:txBody>
                  <a:tcPr marL="79200" marR="79200" marT="36000" marB="36000" anchor="ctr">
                    <a:lnL>
                      <a:noFill/>
                    </a:lnL>
                    <a:lnR>
                      <a:noFill/>
                    </a:lnR>
                    <a:lnT>
                      <a:noFill/>
                    </a:lnT>
                    <a:lnB w="9525" cap="flat" cmpd="sng" algn="ctr">
                      <a:solidFill>
                        <a:srgbClr val="BFC6D1"/>
                      </a:solidFill>
                      <a:prstDash val="solid"/>
                    </a:lnB>
                    <a:noFill/>
                  </a:tcPr>
                </a:tc>
              </a:tr>
              <a:tr h="324000">
                <a:tc>
                  <a:txBody>
                    <a:bodyPr/>
                    <a:lstStyle/>
                    <a:p>
                      <a:pPr marL="0" indent="0" algn="r" rtl="1">
                        <a:lnSpc>
                          <a:spcPct val="100000"/>
                        </a:lnSpc>
                        <a:spcBef>
                          <a:spcPts val="0"/>
                        </a:spcBef>
                        <a:spcAft>
                          <a:spcPts val="0"/>
                        </a:spcAft>
                        <a:buNone/>
                      </a:pPr>
                      <a:r>
                        <a:rPr lang="ar-SA" sz="1050" dirty="0">
                          <a:solidFill>
                            <a:srgbClr val="1F2A37"/>
                          </a:solidFill>
                          <a:latin typeface="IBM Plex Sans Arabic Medium"/>
                          <a:cs typeface="IBM Plex Sans Arabic Medium"/>
                        </a:rPr>
                        <a:t>تكامل بيانات الموارد البشرية مع مستودع البيانات</a:t>
                      </a: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r>
                        <a:rPr lang="ar-SA" sz="1050" dirty="0">
                          <a:solidFill>
                            <a:srgbClr val="5F6B7A"/>
                          </a:solidFill>
                          <a:latin typeface="IBM Plex Sans Arabic Medium"/>
                          <a:cs typeface="IBM Plex Sans Arabic Medium"/>
                        </a:rPr>
                        <a:t>45</a:t>
                      </a: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r>
                        <a:rPr lang="ar-SA" sz="1050" dirty="0">
                          <a:solidFill>
                            <a:srgbClr val="5F6B7A"/>
                          </a:solidFill>
                          <a:latin typeface="IBM Plex Sans Arabic Medium"/>
                          <a:cs typeface="IBM Plex Sans Arabic Medium"/>
                        </a:rPr>
                        <a:t>12 نوفمبر 2026</a:t>
                      </a: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r>
                        <a:rPr lang="ar-SA" sz="1050" b="1" dirty="0">
                          <a:solidFill>
                            <a:srgbClr val="B54708"/>
                          </a:solidFill>
                          <a:latin typeface="IBM Plex Sans Arabic Medium"/>
                          <a:cs typeface="IBM Plex Sans Arabic Medium"/>
                        </a:rPr>
                        <a:t>متأخر أسبوعًا</a:t>
                      </a:r>
                    </a:p>
                  </a:txBody>
                  <a:tcPr marL="79200" marR="79200" marT="36000" marB="36000" anchor="ctr">
                    <a:lnL>
                      <a:noFill/>
                    </a:lnL>
                    <a:lnR>
                      <a:noFill/>
                    </a:lnR>
                    <a:lnT>
                      <a:noFill/>
                    </a:lnT>
                    <a:lnB w="9525" cap="flat" cmpd="sng" algn="ctr">
                      <a:solidFill>
                        <a:srgbClr val="BFC6D1"/>
                      </a:solidFill>
                      <a:prstDash val="solid"/>
                    </a:lnB>
                    <a:noFill/>
                  </a:tcPr>
                </a:tc>
              </a:tr>
              <a:tr h="324000">
                <a:tc>
                  <a:txBody>
                    <a:bodyPr/>
                    <a:lstStyle/>
                    <a:p>
                      <a:pPr marL="0" indent="0" algn="r" rtl="1">
                        <a:lnSpc>
                          <a:spcPct val="100000"/>
                        </a:lnSpc>
                        <a:spcBef>
                          <a:spcPts val="0"/>
                        </a:spcBef>
                        <a:spcAft>
                          <a:spcPts val="0"/>
                        </a:spcAft>
                        <a:buNone/>
                      </a:pPr>
                      <a:r>
                        <a:rPr lang="ar-SA" sz="1050" dirty="0">
                          <a:solidFill>
                            <a:srgbClr val="1F2A37"/>
                          </a:solidFill>
                          <a:latin typeface="IBM Plex Sans Arabic Medium"/>
                          <a:cs typeface="IBM Plex Sans Arabic Medium"/>
                        </a:rPr>
                        <a:t>تحديث دليل تصنيف البيانات</a:t>
                      </a: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r>
                        <a:rPr lang="ar-SA" sz="1050" dirty="0">
                          <a:solidFill>
                            <a:srgbClr val="5F6B7A"/>
                          </a:solidFill>
                          <a:latin typeface="IBM Plex Sans Arabic Medium"/>
                          <a:cs typeface="IBM Plex Sans Arabic Medium"/>
                        </a:rPr>
                        <a:t>30</a:t>
                      </a: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r>
                        <a:rPr lang="ar-SA" sz="1050" dirty="0">
                          <a:solidFill>
                            <a:srgbClr val="5F6B7A"/>
                          </a:solidFill>
                          <a:latin typeface="IBM Plex Sans Arabic Medium"/>
                          <a:cs typeface="IBM Plex Sans Arabic Medium"/>
                        </a:rPr>
                        <a:t>20 نوفمبر 2026</a:t>
                      </a: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r>
                        <a:rPr lang="ar-SA" sz="1050" dirty="0">
                          <a:solidFill>
                            <a:srgbClr val="5F6B7A"/>
                          </a:solidFill>
                          <a:latin typeface="IBM Plex Sans Arabic Medium"/>
                          <a:cs typeface="IBM Plex Sans Arabic Medium"/>
                        </a:rPr>
                        <a:t>على المسار</a:t>
                      </a:r>
                    </a:p>
                  </a:txBody>
                  <a:tcPr marL="79200" marR="79200" marT="36000" marB="36000" anchor="ctr">
                    <a:lnL>
                      <a:noFill/>
                    </a:lnL>
                    <a:lnR>
                      <a:noFill/>
                    </a:lnR>
                    <a:lnT>
                      <a:noFill/>
                    </a:lnT>
                    <a:lnB w="9525" cap="flat" cmpd="sng" algn="ctr">
                      <a:solidFill>
                        <a:srgbClr val="BFC6D1"/>
                      </a:solidFill>
                      <a:prstDash val="solid"/>
                    </a:lnB>
                    <a:noFill/>
                  </a:tcPr>
                </a:tc>
              </a:tr>
            </a:tbl>
          </a:graphicData>
        </a:graphic>
      </p:graphicFrame>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الشعار" descr="sample_logo.png"/>
          <p:cNvPicPr>
            <a:picLocks noGrp="1" noChangeAspect="1"/>
          </p:cNvPicPr>
          <p:nvPr>
            <p:ph type="pic" idx="120" sz="quarter"/>
          </p:nvPr>
        </p:nvPicPr>
        <p:blipFill>
          <a:blip r:embed="rId3"/>
          <a:srcRect/>
          <a:stretch>
            <a:fillRect/>
          </a:stretch>
        </p:blipFill>
        <p:spPr/>
      </p:pic>
      <p:sp>
        <p:nvSpPr>
          <p:cNvPr id="3" name="اسم الجهة"/>
          <p:cNvSpPr>
            <a:spLocks noGrp="1"/>
          </p:cNvSpPr>
          <p:nvPr>
            <p:ph type="body" idx="101" sz="quarter"/>
          </p:nvPr>
        </p:nvSpPr>
        <p:spPr/>
        <p:txBody>
          <a:bodyPr wrap="square" lIns="0" tIns="0" rIns="0" bIns="0" rtlCol="0" anchor="ctr">
            <a:normAutofit/>
          </a:bodyPr>
          <a:lstStyle/>
          <a:p>
            <a:pPr algn="r" rtl="1"/>
            <a:r>
              <a:rPr lang="ar-SA" dirty="0"/>
              <a:t>الإدارة العامة للتحول الرقمي — إدارة البيانات والتحليلات</a:t>
            </a:r>
          </a:p>
        </p:txBody>
      </p:sp>
      <p:sp>
        <p:nvSpPr>
          <p:cNvPr id="4" name="الفترة — من"/>
          <p:cNvSpPr>
            <a:spLocks noGrp="1"/>
          </p:cNvSpPr>
          <p:nvPr>
            <p:ph type="body" idx="115" sz="quarter"/>
          </p:nvPr>
        </p:nvSpPr>
        <p:spPr/>
        <p:txBody>
          <a:bodyPr wrap="square" lIns="0" tIns="0" rIns="0" bIns="0" rtlCol="0" anchor="t">
            <a:normAutofit/>
          </a:bodyPr>
          <a:lstStyle/>
          <a:p>
            <a:pPr algn="r" rtl="1"/>
            <a:r>
              <a:rPr lang="ar-SA" dirty="0"/>
              <a:t>1 نوفمبر 2026</a:t>
            </a:r>
          </a:p>
        </p:txBody>
      </p:sp>
      <p:sp>
        <p:nvSpPr>
          <p:cNvPr id="5" name="الفترة — إلى"/>
          <p:cNvSpPr>
            <a:spLocks noGrp="1"/>
          </p:cNvSpPr>
          <p:nvPr>
            <p:ph type="body" idx="116" sz="quarter"/>
          </p:nvPr>
        </p:nvSpPr>
        <p:spPr/>
        <p:txBody>
          <a:bodyPr wrap="square" lIns="0" tIns="0" rIns="0" bIns="0" rtlCol="0" anchor="t">
            <a:normAutofit/>
          </a:bodyPr>
          <a:lstStyle/>
          <a:p>
            <a:pPr algn="r" rtl="1"/>
            <a:r>
              <a:rPr lang="ar-SA" dirty="0"/>
              <a:t>5 نوفمبر 2026</a:t>
            </a:r>
          </a:p>
        </p:txBody>
      </p:sp>
      <p:sp>
        <p:nvSpPr>
          <p:cNvPr id="6" name="إعداد"/>
          <p:cNvSpPr>
            <a:spLocks noGrp="1"/>
          </p:cNvSpPr>
          <p:nvPr>
            <p:ph type="body" idx="103" sz="quarter"/>
          </p:nvPr>
        </p:nvSpPr>
        <p:spPr/>
        <p:txBody>
          <a:bodyPr wrap="square" lIns="0" tIns="0" rIns="0" bIns="0" rtlCol="0" anchor="t">
            <a:normAutofit/>
          </a:bodyPr>
          <a:lstStyle/>
          <a:p>
            <a:pPr algn="r" rtl="1"/>
            <a:r>
              <a:rPr lang="ar-SA" dirty="0"/>
              <a:t>أحمد العتيبي — محلل بيانات أول</a:t>
            </a:r>
          </a:p>
        </p:txBody>
      </p:sp>
      <p:sp>
        <p:nvSpPr>
          <p:cNvPr id="7" name="مقدَّم إلى"/>
          <p:cNvSpPr>
            <a:spLocks noGrp="1"/>
          </p:cNvSpPr>
          <p:nvPr>
            <p:ph type="body" idx="104" sz="quarter"/>
          </p:nvPr>
        </p:nvSpPr>
        <p:spPr/>
        <p:txBody>
          <a:bodyPr wrap="square" lIns="0" tIns="0" rIns="0" bIns="0" rtlCol="0" anchor="t">
            <a:normAutofit/>
          </a:bodyPr>
          <a:lstStyle/>
          <a:p>
            <a:pPr algn="r" rtl="1"/>
            <a:r>
              <a:rPr lang="ar-SA" dirty="0"/>
              <a:t>م. خالد القحطاني — مدير إدارة البيانات</a:t>
            </a:r>
          </a:p>
        </p:txBody>
      </p:sp>
      <p:sp>
        <p:nvSpPr>
          <p:cNvPr id="8" name="خلاصة الأسبوع"/>
          <p:cNvSpPr>
            <a:spLocks noGrp="1"/>
          </p:cNvSpPr>
          <p:nvPr>
            <p:ph type="body" idx="105" sz="quarter"/>
          </p:nvPr>
        </p:nvSpPr>
        <p:spPr/>
        <p:txBody>
          <a:bodyPr wrap="square" lIns="0" tIns="0" rIns="0" bIns="0" rtlCol="0" anchor="t">
            <a:normAutofit/>
          </a:bodyPr>
          <a:lstStyle/>
          <a:p>
            <a:pPr algn="r" rtl="1"/>
            <a:r>
              <a:rPr lang="ar-SA" dirty="0"/>
              <a:t>اكتملت أتمتة تقارير الالتزام قبل موعدها واعتُمدت حقول تكامل الموارد البشرية رسميًا؛ 3 مهام منجزة، وتسير المهام الثلاث الجارية ضمن الجدول دون تحديات.</a:t>
            </a:r>
          </a:p>
        </p:txBody>
      </p:sp>
      <p:sp>
        <p:nvSpPr>
          <p:cNvPr id="9" name="عدد المهام المنجزة"/>
          <p:cNvSpPr>
            <a:spLocks noGrp="1"/>
          </p:cNvSpPr>
          <p:nvPr>
            <p:ph type="body" idx="106" sz="quarter"/>
          </p:nvPr>
        </p:nvSpPr>
        <p:spPr/>
        <p:txBody>
          <a:bodyPr wrap="square" lIns="0" tIns="0" rIns="0" bIns="0" rtlCol="0" anchor="ctr">
            <a:normAutofit/>
          </a:bodyPr>
          <a:lstStyle/>
          <a:p>
            <a:pPr algn="ctr" rtl="1"/>
            <a:r>
              <a:rPr lang="ar-SA" dirty="0"/>
              <a:t>3</a:t>
            </a:r>
          </a:p>
        </p:txBody>
      </p:sp>
      <p:sp>
        <p:nvSpPr>
          <p:cNvPr id="10" name="عدد المهام الجارية"/>
          <p:cNvSpPr>
            <a:spLocks noGrp="1"/>
          </p:cNvSpPr>
          <p:nvPr>
            <p:ph type="body" idx="107" sz="quarter"/>
          </p:nvPr>
        </p:nvSpPr>
        <p:spPr/>
        <p:txBody>
          <a:bodyPr wrap="square" lIns="0" tIns="0" rIns="0" bIns="0" rtlCol="0" anchor="ctr">
            <a:normAutofit/>
          </a:bodyPr>
          <a:lstStyle/>
          <a:p>
            <a:pPr algn="ctr" rtl="1"/>
            <a:r>
              <a:rPr lang="ar-SA" dirty="0"/>
              <a:t>3</a:t>
            </a:r>
          </a:p>
        </p:txBody>
      </p:sp>
      <p:sp>
        <p:nvSpPr>
          <p:cNvPr id="11" name="المهام المنجزة"/>
          <p:cNvSpPr>
            <a:spLocks noGrp="1"/>
          </p:cNvSpPr>
          <p:nvPr>
            <p:ph type="body" idx="109" sz="quarter"/>
          </p:nvPr>
        </p:nvSpPr>
        <p:spPr/>
        <p:txBody>
          <a:bodyPr wrap="square" lIns="0" tIns="0" rIns="0" bIns="0" rtlCol="0" anchor="t">
            <a:normAutofit/>
          </a:bodyPr>
          <a:lstStyle/>
          <a:p>
            <a:pPr marL="162000" indent="-162000" algn="r" rtl="1">
              <a:buClr>
                <a:srgbClr val="127A5B"/>
              </a:buClr>
              <a:buSzPct val="110000"/>
              <a:buFont typeface="Arial" pitchFamily="34" charset="0"/>
              <a:buChar char="•"/>
            </a:pPr>
            <a:r>
              <a:rPr lang="ar-SA" b="1" dirty="0">
                <a:latin typeface="IBM Plex Sans Arabic"/>
                <a:cs typeface="IBM Plex Sans Arabic"/>
              </a:rPr>
              <a:t>أتمتة تقارير الالتزام الأسبوعية</a:t>
            </a:r>
            <a:r>
              <a:rPr lang="ar-SA" dirty="0"/>
              <a:t> — تعمل آليًا كل أحد؛ وفّرت نحو 6 ساعات عمل أسبوعيًا.</a:t>
            </a:r>
          </a:p>
          <a:p>
            <a:pPr marL="162000" indent="-162000" algn="r" rtl="1">
              <a:buClr>
                <a:srgbClr val="127A5B"/>
              </a:buClr>
              <a:buSzPct val="110000"/>
              <a:buFont typeface="Arial" pitchFamily="34" charset="0"/>
              <a:buChar char="•"/>
            </a:pPr>
            <a:r>
              <a:rPr lang="ar-SA" b="1" dirty="0">
                <a:latin typeface="IBM Plex Sans Arabic"/>
                <a:cs typeface="IBM Plex Sans Arabic"/>
              </a:rPr>
              <a:t>اعتماد حقول تكامل الموارد البشرية</a:t>
            </a:r>
            <a:r>
              <a:rPr lang="ar-SA" dirty="0"/>
              <a:t> — اعتُمد 14 حقلًا بمحضر رسمي، وعاد التكامل إلى جدوله.</a:t>
            </a:r>
          </a:p>
          <a:p>
            <a:pPr marL="162000" indent="-162000" algn="r" rtl="1">
              <a:buClr>
                <a:srgbClr val="127A5B"/>
              </a:buClr>
              <a:buSzPct val="110000"/>
              <a:buFont typeface="Arial" pitchFamily="34" charset="0"/>
              <a:buChar char="•"/>
            </a:pPr>
            <a:r>
              <a:rPr lang="ar-SA" b="1" dirty="0">
                <a:latin typeface="IBM Plex Sans Arabic"/>
                <a:cs typeface="IBM Plex Sans Arabic"/>
              </a:rPr>
              <a:t>إغلاق طلبات الوصول المعلّقة</a:t>
            </a:r>
            <a:r>
              <a:rPr lang="ar-SA" dirty="0"/>
              <a:t> — أُغلقت 6 من 6 طلبات خلال المدة المستهدفة.</a:t>
            </a:r>
          </a:p>
        </p:txBody>
      </p:sp>
      <p:sp>
        <p:nvSpPr>
          <p:cNvPr id="12" name="التحديات"/>
          <p:cNvSpPr>
            <a:spLocks noGrp="1"/>
          </p:cNvSpPr>
          <p:nvPr>
            <p:ph type="body" idx="112" sz="quarter"/>
          </p:nvPr>
        </p:nvSpPr>
        <p:spPr/>
        <p:txBody>
          <a:bodyPr wrap="square" lIns="0" tIns="0" rIns="0" bIns="0" rtlCol="0" anchor="t">
            <a:normAutofit/>
          </a:bodyPr>
          <a:lstStyle/>
          <a:p>
            <a:pPr algn="r" rtl="1"/>
            <a:r>
              <a:rPr lang="ar-SA" dirty="0"/>
              <a:t>لا توجد تحديات هذا الأسبوع.</a:t>
            </a:r>
          </a:p>
        </p:txBody>
      </p:sp>
      <p:graphicFrame>
        <p:nvGraphicFramePr>
          <p:cNvPr id="13" name="جدول المهام الجارية"/>
          <p:cNvGraphicFramePr>
            <a:graphicFrameLocks noGrp="1"/>
          </p:cNvGraphicFramePr>
          <p:nvPr/>
        </p:nvGraphicFramePr>
        <p:xfrm>
          <a:off x="432000" y="5958000"/>
          <a:ext cx="6696000" cy="1242000"/>
        </p:xfrm>
        <a:graphic>
          <a:graphicData uri="http://schemas.openxmlformats.org/drawingml/2006/table">
            <a:tbl>
              <a:tblPr firstRow="1" rtl="1">
                <a:tableStyleId>{2D5ABB26-0587-4C30-8999-92F81FD0307C}</a:tableStyleId>
              </a:tblPr>
              <a:tblGrid>
                <a:gridCol w="3168000"/>
                <a:gridCol w="1080000"/>
                <a:gridCol w="1152000"/>
                <a:gridCol w="1296000"/>
              </a:tblGrid>
              <a:tr h="270000">
                <a:tc>
                  <a:txBody>
                    <a:bodyPr/>
                    <a:lstStyle/>
                    <a:p>
                      <a:pPr marL="0" indent="0" algn="r" rtl="1">
                        <a:lnSpc>
                          <a:spcPct val="100000"/>
                        </a:lnSpc>
                        <a:spcBef>
                          <a:spcPts val="0"/>
                        </a:spcBef>
                        <a:spcAft>
                          <a:spcPts val="0"/>
                        </a:spcAft>
                        <a:buNone/>
                      </a:pPr>
                      <a:r>
                        <a:rPr lang="ar-SA" sz="1000" b="1" dirty="0">
                          <a:solidFill>
                            <a:srgbClr val="273470"/>
                          </a:solidFill>
                          <a:latin typeface="IBM Plex Sans Arabic"/>
                          <a:cs typeface="IBM Plex Sans Arabic"/>
                        </a:rPr>
                        <a:t>المهمة</a:t>
                      </a:r>
                    </a:p>
                  </a:txBody>
                  <a:tcPr marL="79200" marR="79200" marT="36000" marB="36000" anchor="ctr">
                    <a:lnL>
                      <a:noFill/>
                    </a:lnL>
                    <a:lnR>
                      <a:noFill/>
                    </a:lnR>
                    <a:lnT>
                      <a:noFill/>
                    </a:lnT>
                    <a:lnB w="12700" cap="flat" cmpd="sng" algn="ctr">
                      <a:solidFill>
                        <a:srgbClr val="0C7373"/>
                      </a:solidFill>
                      <a:prstDash val="solid"/>
                    </a:lnB>
                    <a:solidFill>
                      <a:srgbClr val="EEF0F8"/>
                    </a:solidFill>
                  </a:tcPr>
                </a:tc>
                <a:tc>
                  <a:txBody>
                    <a:bodyPr/>
                    <a:lstStyle/>
                    <a:p>
                      <a:pPr marL="0" indent="0" algn="ctr" rtl="1">
                        <a:lnSpc>
                          <a:spcPct val="100000"/>
                        </a:lnSpc>
                        <a:spcBef>
                          <a:spcPts val="0"/>
                        </a:spcBef>
                        <a:spcAft>
                          <a:spcPts val="0"/>
                        </a:spcAft>
                        <a:buNone/>
                      </a:pPr>
                      <a:r>
                        <a:rPr lang="ar-SA" sz="1000" b="1" dirty="0">
                          <a:solidFill>
                            <a:srgbClr val="273470"/>
                          </a:solidFill>
                          <a:latin typeface="IBM Plex Sans Arabic"/>
                          <a:cs typeface="IBM Plex Sans Arabic"/>
                        </a:rPr>
                        <a:t>نسبة الإنجاز (٪)</a:t>
                      </a:r>
                    </a:p>
                  </a:txBody>
                  <a:tcPr marL="79200" marR="79200" marT="36000" marB="36000" anchor="ctr">
                    <a:lnL>
                      <a:noFill/>
                    </a:lnL>
                    <a:lnR>
                      <a:noFill/>
                    </a:lnR>
                    <a:lnT>
                      <a:noFill/>
                    </a:lnT>
                    <a:lnB w="12700" cap="flat" cmpd="sng" algn="ctr">
                      <a:solidFill>
                        <a:srgbClr val="0C7373"/>
                      </a:solidFill>
                      <a:prstDash val="solid"/>
                    </a:lnB>
                    <a:solidFill>
                      <a:srgbClr val="EEF0F8"/>
                    </a:solidFill>
                  </a:tcPr>
                </a:tc>
                <a:tc>
                  <a:txBody>
                    <a:bodyPr/>
                    <a:lstStyle/>
                    <a:p>
                      <a:pPr marL="0" indent="0" algn="ctr" rtl="1">
                        <a:lnSpc>
                          <a:spcPct val="100000"/>
                        </a:lnSpc>
                        <a:spcBef>
                          <a:spcPts val="0"/>
                        </a:spcBef>
                        <a:spcAft>
                          <a:spcPts val="0"/>
                        </a:spcAft>
                        <a:buNone/>
                      </a:pPr>
                      <a:r>
                        <a:rPr lang="ar-SA" sz="1000" b="1" dirty="0">
                          <a:solidFill>
                            <a:srgbClr val="273470"/>
                          </a:solidFill>
                          <a:latin typeface="IBM Plex Sans Arabic"/>
                          <a:cs typeface="IBM Plex Sans Arabic"/>
                        </a:rPr>
                        <a:t>الموعد المستهدف</a:t>
                      </a:r>
                    </a:p>
                  </a:txBody>
                  <a:tcPr marL="79200" marR="79200" marT="36000" marB="36000" anchor="ctr">
                    <a:lnL>
                      <a:noFill/>
                    </a:lnL>
                    <a:lnR>
                      <a:noFill/>
                    </a:lnR>
                    <a:lnT>
                      <a:noFill/>
                    </a:lnT>
                    <a:lnB w="12700" cap="flat" cmpd="sng" algn="ctr">
                      <a:solidFill>
                        <a:srgbClr val="0C7373"/>
                      </a:solidFill>
                      <a:prstDash val="solid"/>
                    </a:lnB>
                    <a:solidFill>
                      <a:srgbClr val="EEF0F8"/>
                    </a:solidFill>
                  </a:tcPr>
                </a:tc>
                <a:tc>
                  <a:txBody>
                    <a:bodyPr/>
                    <a:lstStyle/>
                    <a:p>
                      <a:pPr marL="0" indent="0" algn="ctr" rtl="1">
                        <a:lnSpc>
                          <a:spcPct val="100000"/>
                        </a:lnSpc>
                        <a:spcBef>
                          <a:spcPts val="0"/>
                        </a:spcBef>
                        <a:spcAft>
                          <a:spcPts val="0"/>
                        </a:spcAft>
                        <a:buNone/>
                      </a:pPr>
                      <a:r>
                        <a:rPr lang="ar-SA" sz="1000" b="1" dirty="0">
                          <a:solidFill>
                            <a:srgbClr val="273470"/>
                          </a:solidFill>
                          <a:latin typeface="IBM Plex Sans Arabic"/>
                          <a:cs typeface="IBM Plex Sans Arabic"/>
                        </a:rPr>
                        <a:t>الحالة</a:t>
                      </a:r>
                    </a:p>
                  </a:txBody>
                  <a:tcPr marL="79200" marR="79200" marT="36000" marB="36000" anchor="ctr">
                    <a:lnL>
                      <a:noFill/>
                    </a:lnL>
                    <a:lnR>
                      <a:noFill/>
                    </a:lnR>
                    <a:lnT>
                      <a:noFill/>
                    </a:lnT>
                    <a:lnB w="12700" cap="flat" cmpd="sng" algn="ctr">
                      <a:solidFill>
                        <a:srgbClr val="0C7373"/>
                      </a:solidFill>
                      <a:prstDash val="solid"/>
                    </a:lnB>
                    <a:solidFill>
                      <a:srgbClr val="EEF0F8"/>
                    </a:solidFill>
                  </a:tcPr>
                </a:tc>
              </a:tr>
              <a:tr h="324000">
                <a:tc>
                  <a:txBody>
                    <a:bodyPr/>
                    <a:lstStyle/>
                    <a:p>
                      <a:pPr marL="0" indent="0" algn="r" rtl="1">
                        <a:lnSpc>
                          <a:spcPct val="100000"/>
                        </a:lnSpc>
                        <a:spcBef>
                          <a:spcPts val="0"/>
                        </a:spcBef>
                        <a:spcAft>
                          <a:spcPts val="0"/>
                        </a:spcAft>
                        <a:buNone/>
                      </a:pPr>
                      <a:r>
                        <a:rPr lang="ar-SA" sz="1050" dirty="0">
                          <a:solidFill>
                            <a:srgbClr val="1F2A37"/>
                          </a:solidFill>
                          <a:latin typeface="IBM Plex Sans Arabic Medium"/>
                          <a:cs typeface="IBM Plex Sans Arabic Medium"/>
                        </a:rPr>
                        <a:t>تكامل بيانات الموارد البشرية مع مستودع البيانات</a:t>
                      </a: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r>
                        <a:rPr lang="ar-SA" sz="1050" dirty="0">
                          <a:solidFill>
                            <a:srgbClr val="5F6B7A"/>
                          </a:solidFill>
                          <a:latin typeface="IBM Plex Sans Arabic Medium"/>
                          <a:cs typeface="IBM Plex Sans Arabic Medium"/>
                        </a:rPr>
                        <a:t>65</a:t>
                      </a: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r>
                        <a:rPr lang="ar-SA" sz="1050" dirty="0">
                          <a:solidFill>
                            <a:srgbClr val="5F6B7A"/>
                          </a:solidFill>
                          <a:latin typeface="IBM Plex Sans Arabic Medium"/>
                          <a:cs typeface="IBM Plex Sans Arabic Medium"/>
                        </a:rPr>
                        <a:t>12 نوفمبر 2026</a:t>
                      </a: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r>
                        <a:rPr lang="ar-SA" sz="1050" dirty="0">
                          <a:solidFill>
                            <a:srgbClr val="5F6B7A"/>
                          </a:solidFill>
                          <a:latin typeface="IBM Plex Sans Arabic Medium"/>
                          <a:cs typeface="IBM Plex Sans Arabic Medium"/>
                        </a:rPr>
                        <a:t>على المسار</a:t>
                      </a:r>
                    </a:p>
                  </a:txBody>
                  <a:tcPr marL="79200" marR="79200" marT="36000" marB="36000" anchor="ctr">
                    <a:lnL>
                      <a:noFill/>
                    </a:lnL>
                    <a:lnR>
                      <a:noFill/>
                    </a:lnR>
                    <a:lnT>
                      <a:noFill/>
                    </a:lnT>
                    <a:lnB w="9525" cap="flat" cmpd="sng" algn="ctr">
                      <a:solidFill>
                        <a:srgbClr val="BFC6D1"/>
                      </a:solidFill>
                      <a:prstDash val="solid"/>
                    </a:lnB>
                    <a:noFill/>
                  </a:tcPr>
                </a:tc>
              </a:tr>
              <a:tr h="324000">
                <a:tc>
                  <a:txBody>
                    <a:bodyPr/>
                    <a:lstStyle/>
                    <a:p>
                      <a:pPr marL="0" indent="0" algn="r" rtl="1">
                        <a:lnSpc>
                          <a:spcPct val="100000"/>
                        </a:lnSpc>
                        <a:spcBef>
                          <a:spcPts val="0"/>
                        </a:spcBef>
                        <a:spcAft>
                          <a:spcPts val="0"/>
                        </a:spcAft>
                        <a:buNone/>
                      </a:pPr>
                      <a:r>
                        <a:rPr lang="ar-SA" sz="1050" dirty="0">
                          <a:solidFill>
                            <a:srgbClr val="1F2A37"/>
                          </a:solidFill>
                          <a:latin typeface="IBM Plex Sans Arabic Medium"/>
                          <a:cs typeface="IBM Plex Sans Arabic Medium"/>
                        </a:rPr>
                        <a:t>تحديث دليل تصنيف البيانات</a:t>
                      </a: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r>
                        <a:rPr lang="ar-SA" sz="1050" dirty="0">
                          <a:solidFill>
                            <a:srgbClr val="5F6B7A"/>
                          </a:solidFill>
                          <a:latin typeface="IBM Plex Sans Arabic Medium"/>
                          <a:cs typeface="IBM Plex Sans Arabic Medium"/>
                        </a:rPr>
                        <a:t>55</a:t>
                      </a: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r>
                        <a:rPr lang="ar-SA" sz="1050" dirty="0">
                          <a:solidFill>
                            <a:srgbClr val="5F6B7A"/>
                          </a:solidFill>
                          <a:latin typeface="IBM Plex Sans Arabic Medium"/>
                          <a:cs typeface="IBM Plex Sans Arabic Medium"/>
                        </a:rPr>
                        <a:t>20 نوفمبر 2026</a:t>
                      </a: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r>
                        <a:rPr lang="ar-SA" sz="1050" dirty="0">
                          <a:solidFill>
                            <a:srgbClr val="5F6B7A"/>
                          </a:solidFill>
                          <a:latin typeface="IBM Plex Sans Arabic Medium"/>
                          <a:cs typeface="IBM Plex Sans Arabic Medium"/>
                        </a:rPr>
                        <a:t>على المسار</a:t>
                      </a:r>
                    </a:p>
                  </a:txBody>
                  <a:tcPr marL="79200" marR="79200" marT="36000" marB="36000" anchor="ctr">
                    <a:lnL>
                      <a:noFill/>
                    </a:lnL>
                    <a:lnR>
                      <a:noFill/>
                    </a:lnR>
                    <a:lnT>
                      <a:noFill/>
                    </a:lnT>
                    <a:lnB w="9525" cap="flat" cmpd="sng" algn="ctr">
                      <a:solidFill>
                        <a:srgbClr val="BFC6D1"/>
                      </a:solidFill>
                      <a:prstDash val="solid"/>
                    </a:lnB>
                    <a:noFill/>
                  </a:tcPr>
                </a:tc>
              </a:tr>
              <a:tr h="324000">
                <a:tc>
                  <a:txBody>
                    <a:bodyPr/>
                    <a:lstStyle/>
                    <a:p>
                      <a:pPr marL="0" indent="0" algn="r" rtl="1">
                        <a:lnSpc>
                          <a:spcPct val="100000"/>
                        </a:lnSpc>
                        <a:spcBef>
                          <a:spcPts val="0"/>
                        </a:spcBef>
                        <a:spcAft>
                          <a:spcPts val="0"/>
                        </a:spcAft>
                        <a:buNone/>
                      </a:pPr>
                      <a:r>
                        <a:rPr lang="ar-SA" sz="1050" dirty="0">
                          <a:solidFill>
                            <a:srgbClr val="1F2A37"/>
                          </a:solidFill>
                          <a:latin typeface="IBM Plex Sans Arabic Medium"/>
                          <a:cs typeface="IBM Plex Sans Arabic Medium"/>
                        </a:rPr>
                        <a:t>إعداد عرض نتائج الربع للإدارة العليا</a:t>
                      </a: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r>
                        <a:rPr lang="ar-SA" sz="1050" dirty="0">
                          <a:solidFill>
                            <a:srgbClr val="5F6B7A"/>
                          </a:solidFill>
                          <a:latin typeface="IBM Plex Sans Arabic Medium"/>
                          <a:cs typeface="IBM Plex Sans Arabic Medium"/>
                        </a:rPr>
                        <a:t>40</a:t>
                      </a: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r>
                        <a:rPr lang="ar-SA" sz="1050" dirty="0">
                          <a:solidFill>
                            <a:srgbClr val="5F6B7A"/>
                          </a:solidFill>
                          <a:latin typeface="IBM Plex Sans Arabic Medium"/>
                          <a:cs typeface="IBM Plex Sans Arabic Medium"/>
                        </a:rPr>
                        <a:t>18 نوفمبر 2026</a:t>
                      </a:r>
                    </a:p>
                  </a:txBody>
                  <a:tcPr marL="79200" marR="79200" marT="36000" marB="36000" anchor="ctr">
                    <a:lnL>
                      <a:noFill/>
                    </a:lnL>
                    <a:lnR>
                      <a:noFill/>
                    </a:lnR>
                    <a:lnT>
                      <a:noFill/>
                    </a:lnT>
                    <a:lnB w="9525" cap="flat" cmpd="sng" algn="ctr">
                      <a:solidFill>
                        <a:srgbClr val="BFC6D1"/>
                      </a:solidFill>
                      <a:prstDash val="solid"/>
                    </a:lnB>
                    <a:noFill/>
                  </a:tcPr>
                </a:tc>
                <a:tc>
                  <a:txBody>
                    <a:bodyPr/>
                    <a:lstStyle/>
                    <a:p>
                      <a:pPr marL="0" indent="0" algn="ctr" rtl="1">
                        <a:lnSpc>
                          <a:spcPct val="100000"/>
                        </a:lnSpc>
                        <a:spcBef>
                          <a:spcPts val="0"/>
                        </a:spcBef>
                        <a:spcAft>
                          <a:spcPts val="0"/>
                        </a:spcAft>
                        <a:buNone/>
                      </a:pPr>
                      <a:r>
                        <a:rPr lang="ar-SA" sz="1050" dirty="0">
                          <a:solidFill>
                            <a:srgbClr val="5F6B7A"/>
                          </a:solidFill>
                          <a:latin typeface="IBM Plex Sans Arabic Medium"/>
                          <a:cs typeface="IBM Plex Sans Arabic Medium"/>
                        </a:rPr>
                        <a:t>على المسار</a:t>
                      </a:r>
                    </a:p>
                  </a:txBody>
                  <a:tcPr marL="79200" marR="79200" marT="36000" marB="36000" anchor="ctr">
                    <a:lnL>
                      <a:noFill/>
                    </a:lnL>
                    <a:lnR>
                      <a:noFill/>
                    </a:lnR>
                    <a:lnT>
                      <a:noFill/>
                    </a:lnT>
                    <a:lnB w="9525" cap="flat" cmpd="sng" algn="ctr">
                      <a:solidFill>
                        <a:srgbClr val="BFC6D1"/>
                      </a:solidFill>
                      <a:prstDash val="solid"/>
                    </a:lnB>
                    <a:no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11" name="خلفية الدليل"/>
          <p:cNvSpPr/>
          <p:nvPr/>
        </p:nvSpPr>
        <p:spPr>
          <a:xfrm>
            <a:off x="0" y="0"/>
            <a:ext cx="7560000" cy="1224000"/>
          </a:xfrm>
          <a:prstGeom prst="rect">
            <a:avLst/>
          </a:prstGeom>
          <a:solidFill>
            <a:srgbClr val="273470"/>
          </a:solidFill>
          <a:ln>
            <a:noFill/>
          </a:ln>
        </p:spPr>
      </p:sp>
      <p:sp>
        <p:nvSpPr>
          <p:cNvPr id="12" name="عنوان الدليل"/>
          <p:cNvSpPr txBox="1"/>
          <p:nvPr/>
        </p:nvSpPr>
        <p:spPr>
          <a:xfrm>
            <a:off x="432000" y="288000"/>
            <a:ext cx="6696000" cy="360000"/>
          </a:xfrm>
          <a:prstGeom prst="rect">
            <a:avLst/>
          </a:prstGeom>
          <a:noFill/>
          <a:ln>
            <a:noFill/>
          </a:ln>
        </p:spPr>
        <p:txBody>
          <a:bodyPr wrap="square" lIns="0" tIns="0" rIns="0" bIns="0" rtlCol="0" anchor="ctr"/>
          <a:lstStyle/>
          <a:p>
            <a:pPr marL="0" indent="0" algn="r" rtl="1">
              <a:spcBef>
                <a:spcPts val="0"/>
              </a:spcBef>
              <a:buNone/>
            </a:pPr>
            <a:r>
              <a:rPr lang="ar-SA" sz="2000" b="1" dirty="0">
                <a:solidFill>
                  <a:srgbClr val="FFFFFF"/>
                </a:solidFill>
                <a:latin typeface="IBM Plex Sans Arabic"/>
                <a:cs typeface="IBM Plex Sans Arabic"/>
              </a:rPr>
              <a:t>دليل استخدام القالب</a:t>
            </a:r>
          </a:p>
        </p:txBody>
      </p:sp>
      <p:sp>
        <p:nvSpPr>
          <p:cNvPr id="13" name="تنبيه"/>
          <p:cNvSpPr txBox="1"/>
          <p:nvPr/>
        </p:nvSpPr>
        <p:spPr>
          <a:xfrm>
            <a:off x="432000" y="684000"/>
            <a:ext cx="6696000" cy="288000"/>
          </a:xfrm>
          <a:prstGeom prst="rect">
            <a:avLst/>
          </a:prstGeom>
          <a:noFill/>
          <a:ln>
            <a:noFill/>
          </a:ln>
        </p:spPr>
        <p:txBody>
          <a:bodyPr wrap="square" lIns="0" tIns="0" rIns="0" bIns="0" rtlCol="0" anchor="ctr"/>
          <a:lstStyle/>
          <a:p>
            <a:pPr marL="0" indent="0" algn="r" rtl="1">
              <a:spcBef>
                <a:spcPts val="0"/>
              </a:spcBef>
              <a:buNone/>
            </a:pPr>
            <a:r>
              <a:rPr lang="ar-SA" sz="1000" dirty="0">
                <a:solidFill>
                  <a:srgbClr val="33CC99"/>
                </a:solidFill>
                <a:latin typeface="IBM Plex Sans Arabic"/>
                <a:cs typeface="IBM Plex Sans Arabic"/>
              </a:rPr>
              <a:t>هذه الشريحة مخفية: لا تظهر في العرض ولا في ملف PDF (وفي الطباعة تأكد من إلغاء «طباعة الشرائح المخفية»).</a:t>
            </a:r>
          </a:p>
        </p:txBody>
      </p:sp>
      <p:sp>
        <p:nvSpPr>
          <p:cNvPr id="14" name="عنوان فرعي"/>
          <p:cNvSpPr txBox="1"/>
          <p:nvPr/>
        </p:nvSpPr>
        <p:spPr>
          <a:xfrm>
            <a:off x="432000" y="1512000"/>
            <a:ext cx="6696000" cy="288000"/>
          </a:xfrm>
          <a:prstGeom prst="rect">
            <a:avLst/>
          </a:prstGeom>
          <a:noFill/>
          <a:ln>
            <a:noFill/>
          </a:ln>
        </p:spPr>
        <p:txBody>
          <a:bodyPr wrap="square" lIns="0" tIns="0" rIns="0" bIns="0" rtlCol="0" anchor="ctr"/>
          <a:lstStyle/>
          <a:p>
            <a:pPr marL="0" indent="0" algn="r" rtl="1">
              <a:spcBef>
                <a:spcPts val="0"/>
              </a:spcBef>
              <a:buNone/>
            </a:pPr>
            <a:r>
              <a:rPr lang="ar-SA" sz="1400" b="1" dirty="0">
                <a:solidFill>
                  <a:srgbClr val="273470"/>
                </a:solidFill>
                <a:latin typeface="IBM Plex Sans Arabic"/>
                <a:cs typeface="IBM Plex Sans Arabic"/>
              </a:rPr>
              <a:t>كيف تستخدم القالب؟</a:t>
            </a:r>
          </a:p>
        </p:txBody>
      </p:sp>
      <p:sp>
        <p:nvSpPr>
          <p:cNvPr id="15" name="رقم الخطوة"/>
          <p:cNvSpPr txBox="1"/>
          <p:nvPr/>
        </p:nvSpPr>
        <p:spPr>
          <a:xfrm>
            <a:off x="6840000" y="1900800"/>
            <a:ext cx="252000" cy="252000"/>
          </a:xfrm>
          <a:prstGeom prst="ellipse">
            <a:avLst/>
          </a:prstGeom>
          <a:solidFill>
            <a:srgbClr val="0C7373"/>
          </a:solidFill>
          <a:ln>
            <a:noFill/>
          </a:ln>
        </p:spPr>
        <p:txBody>
          <a:bodyPr wrap="square" lIns="0" tIns="0" rIns="0" bIns="0" rtlCol="0" anchor="ctr"/>
          <a:lstStyle/>
          <a:p>
            <a:pPr marL="0" indent="0" algn="ctr" rtl="0">
              <a:spcBef>
                <a:spcPts val="0"/>
              </a:spcBef>
              <a:buNone/>
            </a:pPr>
            <a:r>
              <a:rPr lang="en-US" sz="900" b="1" dirty="0">
                <a:solidFill>
                  <a:srgbClr val="FFFFFF"/>
                </a:solidFill>
                <a:latin typeface="IBM Plex Sans Arabic"/>
                <a:cs typeface="IBM Plex Sans Arabic"/>
              </a:rPr>
              <a:t>1</a:t>
            </a:r>
          </a:p>
        </p:txBody>
      </p:sp>
      <p:sp>
        <p:nvSpPr>
          <p:cNvPr id="16" name="دليل: الإدخال"/>
          <p:cNvSpPr txBox="1"/>
          <p:nvPr/>
        </p:nvSpPr>
        <p:spPr>
          <a:xfrm>
            <a:off x="432000" y="1872000"/>
            <a:ext cx="6264000" cy="252000"/>
          </a:xfrm>
          <a:prstGeom prst="rect">
            <a:avLst/>
          </a:prstGeom>
          <a:noFill/>
          <a:ln>
            <a:noFill/>
          </a:ln>
        </p:spPr>
        <p:txBody>
          <a:bodyPr wrap="square" lIns="0" tIns="0" rIns="0" bIns="0" rtlCol="0" anchor="ctr"/>
          <a:lstStyle/>
          <a:p>
            <a:pPr marL="0" indent="0" algn="r" rtl="1">
              <a:spcBef>
                <a:spcPts val="0"/>
              </a:spcBef>
              <a:buNone/>
            </a:pPr>
            <a:r>
              <a:rPr lang="ar-SA" sz="1200" b="1" dirty="0">
                <a:solidFill>
                  <a:srgbClr val="0C7373"/>
                </a:solidFill>
                <a:latin typeface="IBM Plex Sans Arabic"/>
                <a:cs typeface="IBM Plex Sans Arabic"/>
              </a:rPr>
              <a:t>الإدخال</a:t>
            </a:r>
          </a:p>
        </p:txBody>
      </p:sp>
      <p:sp>
        <p:nvSpPr>
          <p:cNvPr id="17" name="نص: الإدخال"/>
          <p:cNvSpPr txBox="1"/>
          <p:nvPr/>
        </p:nvSpPr>
        <p:spPr>
          <a:xfrm>
            <a:off x="432000" y="2124000"/>
            <a:ext cx="6264000" cy="676800"/>
          </a:xfrm>
          <a:prstGeom prst="rect">
            <a:avLst/>
          </a:prstGeom>
          <a:noFill/>
          <a:ln>
            <a:noFill/>
          </a:ln>
        </p:spPr>
        <p:txBody>
          <a:bodyPr wrap="square" lIns="0" tIns="0" rIns="0" bIns="0" rtlCol="0" anchor="t"/>
          <a:lstStyle/>
          <a:p>
            <a:pPr marL="0" indent="0" algn="r" rtl="1">
              <a:lnSpc>
                <a:spcPct val="114999"/>
              </a:lnSpc>
              <a:spcBef>
                <a:spcPts val="0"/>
              </a:spcBef>
              <a:buNone/>
            </a:pPr>
            <a:r>
              <a:rPr lang="ar-SA" sz="1050" dirty="0">
                <a:solidFill>
                  <a:srgbClr val="1F2A37"/>
                </a:solidFill>
                <a:latin typeface="IBM Plex Sans Arabic"/>
                <a:cs typeface="IBM Plex Sans Arabic"/>
              </a:rPr>
              <a:t>اكتب داخل الحقول ذات النص الإرشادي (يظهر بلون الحقل نفسه). يختفي النص الإرشادي فور الكتابة، وإن تركت الحقل فارغًا فلن يظهر في PDF ولا في الطباعة. استخدم الأرقام 0–9 في كل مكان، واكتب التواريخ باسم الشهر (5 نوفمبر 2026).</a:t>
            </a:r>
          </a:p>
        </p:txBody>
      </p:sp>
      <p:sp>
        <p:nvSpPr>
          <p:cNvPr id="18" name="رقم الخطوة"/>
          <p:cNvSpPr txBox="1"/>
          <p:nvPr/>
        </p:nvSpPr>
        <p:spPr>
          <a:xfrm>
            <a:off x="6840000" y="2973600"/>
            <a:ext cx="252000" cy="252000"/>
          </a:xfrm>
          <a:prstGeom prst="ellipse">
            <a:avLst/>
          </a:prstGeom>
          <a:solidFill>
            <a:srgbClr val="0C7373"/>
          </a:solidFill>
          <a:ln>
            <a:noFill/>
          </a:ln>
        </p:spPr>
        <p:txBody>
          <a:bodyPr wrap="square" lIns="0" tIns="0" rIns="0" bIns="0" rtlCol="0" anchor="ctr"/>
          <a:lstStyle/>
          <a:p>
            <a:pPr marL="0" indent="0" algn="ctr" rtl="0">
              <a:spcBef>
                <a:spcPts val="0"/>
              </a:spcBef>
              <a:buNone/>
            </a:pPr>
            <a:r>
              <a:rPr lang="en-US" sz="900" b="1" dirty="0">
                <a:solidFill>
                  <a:srgbClr val="FFFFFF"/>
                </a:solidFill>
                <a:latin typeface="IBM Plex Sans Arabic"/>
                <a:cs typeface="IBM Plex Sans Arabic"/>
              </a:rPr>
              <a:t>2</a:t>
            </a:r>
          </a:p>
        </p:txBody>
      </p:sp>
      <p:sp>
        <p:nvSpPr>
          <p:cNvPr id="19" name="دليل: العداد"/>
          <p:cNvSpPr txBox="1"/>
          <p:nvPr/>
        </p:nvSpPr>
        <p:spPr>
          <a:xfrm>
            <a:off x="432000" y="2944800"/>
            <a:ext cx="6264000" cy="252000"/>
          </a:xfrm>
          <a:prstGeom prst="rect">
            <a:avLst/>
          </a:prstGeom>
          <a:noFill/>
          <a:ln>
            <a:noFill/>
          </a:ln>
        </p:spPr>
        <p:txBody>
          <a:bodyPr wrap="square" lIns="0" tIns="0" rIns="0" bIns="0" rtlCol="0" anchor="ctr"/>
          <a:lstStyle/>
          <a:p>
            <a:pPr marL="0" indent="0" algn="r" rtl="1">
              <a:spcBef>
                <a:spcPts val="0"/>
              </a:spcBef>
              <a:buNone/>
            </a:pPr>
            <a:r>
              <a:rPr lang="ar-SA" sz="1200" b="1" dirty="0">
                <a:solidFill>
                  <a:srgbClr val="0C7373"/>
                </a:solidFill>
                <a:latin typeface="IBM Plex Sans Arabic"/>
                <a:cs typeface="IBM Plex Sans Arabic"/>
              </a:rPr>
              <a:t>العداد</a:t>
            </a:r>
          </a:p>
        </p:txBody>
      </p:sp>
      <p:sp>
        <p:nvSpPr>
          <p:cNvPr id="20" name="نص: العداد"/>
          <p:cNvSpPr txBox="1"/>
          <p:nvPr/>
        </p:nvSpPr>
        <p:spPr>
          <a:xfrm>
            <a:off x="432000" y="3196800"/>
            <a:ext cx="6264000" cy="878400"/>
          </a:xfrm>
          <a:prstGeom prst="rect">
            <a:avLst/>
          </a:prstGeom>
          <a:noFill/>
          <a:ln>
            <a:noFill/>
          </a:ln>
        </p:spPr>
        <p:txBody>
          <a:bodyPr wrap="square" lIns="0" tIns="0" rIns="0" bIns="0" rtlCol="0" anchor="t"/>
          <a:lstStyle/>
          <a:p>
            <a:pPr marL="0" indent="0" algn="r" rtl="1">
              <a:lnSpc>
                <a:spcPct val="114999"/>
              </a:lnSpc>
              <a:spcBef>
                <a:spcPts val="0"/>
              </a:spcBef>
              <a:buNone/>
            </a:pPr>
            <a:r>
              <a:rPr lang="ar-SA" sz="1050" dirty="0">
                <a:solidFill>
                  <a:srgbClr val="1F2A37"/>
                </a:solidFill>
                <a:latin typeface="IBM Plex Sans Arabic"/>
                <a:cs typeface="IBM Plex Sans Arabic"/>
              </a:rPr>
              <a:t>«تقرير رقم N» مرتبط تلقائيًا برقم الشريحة. لأسبوع جديد: حدّد شريحة الأسبوع السابق واضغط Ctrl+D، فتظهر نسخة برقم تالٍ تلقائيًا، وتبقى التقارير السابقة أرشيفًا في الملف نفسه. لا تحذف الشرائح القديمة حتى لا يتغيّر الترقيم؛ وإن حذفتها فاضبط «ترقيم الشرائح من» في: تصميم ← حجم الشريحة ← حجم شريحة مخصص.</a:t>
            </a:r>
          </a:p>
        </p:txBody>
      </p:sp>
      <p:sp>
        <p:nvSpPr>
          <p:cNvPr id="21" name="رقم الخطوة"/>
          <p:cNvSpPr txBox="1"/>
          <p:nvPr/>
        </p:nvSpPr>
        <p:spPr>
          <a:xfrm>
            <a:off x="6840000" y="4248000"/>
            <a:ext cx="252000" cy="252000"/>
          </a:xfrm>
          <a:prstGeom prst="ellipse">
            <a:avLst/>
          </a:prstGeom>
          <a:solidFill>
            <a:srgbClr val="0C7373"/>
          </a:solidFill>
          <a:ln>
            <a:noFill/>
          </a:ln>
        </p:spPr>
        <p:txBody>
          <a:bodyPr wrap="square" lIns="0" tIns="0" rIns="0" bIns="0" rtlCol="0" anchor="ctr"/>
          <a:lstStyle/>
          <a:p>
            <a:pPr marL="0" indent="0" algn="ctr" rtl="0">
              <a:spcBef>
                <a:spcPts val="0"/>
              </a:spcBef>
              <a:buNone/>
            </a:pPr>
            <a:r>
              <a:rPr lang="en-US" sz="900" b="1" dirty="0">
                <a:solidFill>
                  <a:srgbClr val="FFFFFF"/>
                </a:solidFill>
                <a:latin typeface="IBM Plex Sans Arabic"/>
                <a:cs typeface="IBM Plex Sans Arabic"/>
              </a:rPr>
              <a:t>3</a:t>
            </a:r>
          </a:p>
        </p:txBody>
      </p:sp>
      <p:sp>
        <p:nvSpPr>
          <p:cNvPr id="22" name="دليل: الإخراج"/>
          <p:cNvSpPr txBox="1"/>
          <p:nvPr/>
        </p:nvSpPr>
        <p:spPr>
          <a:xfrm>
            <a:off x="432000" y="4219200"/>
            <a:ext cx="6264000" cy="252000"/>
          </a:xfrm>
          <a:prstGeom prst="rect">
            <a:avLst/>
          </a:prstGeom>
          <a:noFill/>
          <a:ln>
            <a:noFill/>
          </a:ln>
        </p:spPr>
        <p:txBody>
          <a:bodyPr wrap="square" lIns="0" tIns="0" rIns="0" bIns="0" rtlCol="0" anchor="ctr"/>
          <a:lstStyle/>
          <a:p>
            <a:pPr marL="0" indent="0" algn="r" rtl="1">
              <a:spcBef>
                <a:spcPts val="0"/>
              </a:spcBef>
              <a:buNone/>
            </a:pPr>
            <a:r>
              <a:rPr lang="ar-SA" sz="1200" b="1" dirty="0">
                <a:solidFill>
                  <a:srgbClr val="0C7373"/>
                </a:solidFill>
                <a:latin typeface="IBM Plex Sans Arabic"/>
                <a:cs typeface="IBM Plex Sans Arabic"/>
              </a:rPr>
              <a:t>الإخراج</a:t>
            </a:r>
          </a:p>
        </p:txBody>
      </p:sp>
      <p:sp>
        <p:nvSpPr>
          <p:cNvPr id="23" name="نص: الإخراج"/>
          <p:cNvSpPr txBox="1"/>
          <p:nvPr/>
        </p:nvSpPr>
        <p:spPr>
          <a:xfrm>
            <a:off x="432000" y="4471200"/>
            <a:ext cx="6264000" cy="676800"/>
          </a:xfrm>
          <a:prstGeom prst="rect">
            <a:avLst/>
          </a:prstGeom>
          <a:noFill/>
          <a:ln>
            <a:noFill/>
          </a:ln>
        </p:spPr>
        <p:txBody>
          <a:bodyPr wrap="square" lIns="0" tIns="0" rIns="0" bIns="0" rtlCol="0" anchor="t"/>
          <a:lstStyle/>
          <a:p>
            <a:pPr marL="0" indent="0" algn="r" rtl="1">
              <a:lnSpc>
                <a:spcPct val="114999"/>
              </a:lnSpc>
              <a:spcBef>
                <a:spcPts val="0"/>
              </a:spcBef>
              <a:buNone/>
            </a:pPr>
            <a:r>
              <a:rPr lang="ar-SA" sz="1050" dirty="0">
                <a:solidFill>
                  <a:srgbClr val="1F2A37"/>
                </a:solidFill>
                <a:latin typeface="IBM Plex Sans Arabic"/>
                <a:cs typeface="IBM Plex Sans Arabic"/>
              </a:rPr>
              <a:t>ملف ← تصدير ← إنشاء PDF/XPS ← خيارات ← النطاق: «الشريحة الحالية». هذه الشريحة مخفية فلا تُصدَّر إلى PDF. للطباعة الورقية: اطبع من ملف PDF، أو من PowerPoint مع التأكد أن «طباعة الشرائح المخفية» غير مفعّلة، واختر «ملاءمة الورقة» على A4 عمودي.</a:t>
            </a:r>
          </a:p>
        </p:txBody>
      </p:sp>
      <p:sp>
        <p:nvSpPr>
          <p:cNvPr id="24" name="رقم الخطوة"/>
          <p:cNvSpPr txBox="1"/>
          <p:nvPr/>
        </p:nvSpPr>
        <p:spPr>
          <a:xfrm>
            <a:off x="6840000" y="5320800"/>
            <a:ext cx="252000" cy="252000"/>
          </a:xfrm>
          <a:prstGeom prst="ellipse">
            <a:avLst/>
          </a:prstGeom>
          <a:solidFill>
            <a:srgbClr val="0C7373"/>
          </a:solidFill>
          <a:ln>
            <a:noFill/>
          </a:ln>
        </p:spPr>
        <p:txBody>
          <a:bodyPr wrap="square" lIns="0" tIns="0" rIns="0" bIns="0" rtlCol="0" anchor="ctr"/>
          <a:lstStyle/>
          <a:p>
            <a:pPr marL="0" indent="0" algn="ctr" rtl="0">
              <a:spcBef>
                <a:spcPts val="0"/>
              </a:spcBef>
              <a:buNone/>
            </a:pPr>
            <a:r>
              <a:rPr lang="en-US" sz="900" b="1" dirty="0">
                <a:solidFill>
                  <a:srgbClr val="FFFFFF"/>
                </a:solidFill>
                <a:latin typeface="IBM Plex Sans Arabic"/>
                <a:cs typeface="IBM Plex Sans Arabic"/>
              </a:rPr>
              <a:t>4</a:t>
            </a:r>
          </a:p>
        </p:txBody>
      </p:sp>
      <p:sp>
        <p:nvSpPr>
          <p:cNvPr id="25" name="دليل: الجدول"/>
          <p:cNvSpPr txBox="1"/>
          <p:nvPr/>
        </p:nvSpPr>
        <p:spPr>
          <a:xfrm>
            <a:off x="432000" y="5292000"/>
            <a:ext cx="6264000" cy="252000"/>
          </a:xfrm>
          <a:prstGeom prst="rect">
            <a:avLst/>
          </a:prstGeom>
          <a:noFill/>
          <a:ln>
            <a:noFill/>
          </a:ln>
        </p:spPr>
        <p:txBody>
          <a:bodyPr wrap="square" lIns="0" tIns="0" rIns="0" bIns="0" rtlCol="0" anchor="ctr"/>
          <a:lstStyle/>
          <a:p>
            <a:pPr marL="0" indent="0" algn="r" rtl="1">
              <a:spcBef>
                <a:spcPts val="0"/>
              </a:spcBef>
              <a:buNone/>
            </a:pPr>
            <a:r>
              <a:rPr lang="ar-SA" sz="1200" b="1" dirty="0">
                <a:solidFill>
                  <a:srgbClr val="0C7373"/>
                </a:solidFill>
                <a:latin typeface="IBM Plex Sans Arabic"/>
                <a:cs typeface="IBM Plex Sans Arabic"/>
              </a:rPr>
              <a:t>الجدول</a:t>
            </a:r>
          </a:p>
        </p:txBody>
      </p:sp>
      <p:sp>
        <p:nvSpPr>
          <p:cNvPr id="26" name="نص: الجدول"/>
          <p:cNvSpPr txBox="1"/>
          <p:nvPr/>
        </p:nvSpPr>
        <p:spPr>
          <a:xfrm>
            <a:off x="432000" y="5544000"/>
            <a:ext cx="6264000" cy="878400"/>
          </a:xfrm>
          <a:prstGeom prst="rect">
            <a:avLst/>
          </a:prstGeom>
          <a:noFill/>
          <a:ln>
            <a:noFill/>
          </a:ln>
        </p:spPr>
        <p:txBody>
          <a:bodyPr wrap="square" lIns="0" tIns="0" rIns="0" bIns="0" rtlCol="0" anchor="t"/>
          <a:lstStyle/>
          <a:p>
            <a:pPr marL="0" indent="0" algn="r" rtl="1">
              <a:lnSpc>
                <a:spcPct val="114999"/>
              </a:lnSpc>
              <a:spcBef>
                <a:spcPts val="0"/>
              </a:spcBef>
              <a:buNone/>
            </a:pPr>
            <a:r>
              <a:rPr lang="ar-SA" sz="1050" dirty="0">
                <a:solidFill>
                  <a:srgbClr val="1F2A37"/>
                </a:solidFill>
                <a:latin typeface="IBM Plex Sans Arabic"/>
                <a:cs typeface="IBM Plex Sans Arabic"/>
              </a:rPr>
              <a:t>اكتب نسبة الإنجاز رقمًا فقط (الإشارة ٪ في رأس العمود). Tab ينتقل بين الخلايا من اليمين إلى اليسار، وفي آخر خلية يضيف صفًا. لحذف صف: زر الفأرة الأيمن ← حذف ← الصفوف. الحالة بأربع كلمات ثابتة: على المسار / تأخر بسيط / متأخر / متوقف، ولوّن المتأخر باللون الكهرماني العريض كما في المثال.</a:t>
            </a:r>
          </a:p>
        </p:txBody>
      </p:sp>
      <p:sp>
        <p:nvSpPr>
          <p:cNvPr id="27" name="رقم الخطوة"/>
          <p:cNvSpPr txBox="1"/>
          <p:nvPr/>
        </p:nvSpPr>
        <p:spPr>
          <a:xfrm>
            <a:off x="6840000" y="6595200"/>
            <a:ext cx="252000" cy="252000"/>
          </a:xfrm>
          <a:prstGeom prst="ellipse">
            <a:avLst/>
          </a:prstGeom>
          <a:solidFill>
            <a:srgbClr val="0C7373"/>
          </a:solidFill>
          <a:ln>
            <a:noFill/>
          </a:ln>
        </p:spPr>
        <p:txBody>
          <a:bodyPr wrap="square" lIns="0" tIns="0" rIns="0" bIns="0" rtlCol="0" anchor="ctr"/>
          <a:lstStyle/>
          <a:p>
            <a:pPr marL="0" indent="0" algn="ctr" rtl="0">
              <a:spcBef>
                <a:spcPts val="0"/>
              </a:spcBef>
              <a:buNone/>
            </a:pPr>
            <a:r>
              <a:rPr lang="en-US" sz="900" b="1" dirty="0">
                <a:solidFill>
                  <a:srgbClr val="FFFFFF"/>
                </a:solidFill>
                <a:latin typeface="IBM Plex Sans Arabic"/>
                <a:cs typeface="IBM Plex Sans Arabic"/>
              </a:rPr>
              <a:t>5</a:t>
            </a:r>
          </a:p>
        </p:txBody>
      </p:sp>
      <p:sp>
        <p:nvSpPr>
          <p:cNvPr id="28" name="دليل: الشعار والجهة"/>
          <p:cNvSpPr txBox="1"/>
          <p:nvPr/>
        </p:nvSpPr>
        <p:spPr>
          <a:xfrm>
            <a:off x="432000" y="6566400"/>
            <a:ext cx="6264000" cy="252000"/>
          </a:xfrm>
          <a:prstGeom prst="rect">
            <a:avLst/>
          </a:prstGeom>
          <a:noFill/>
          <a:ln>
            <a:noFill/>
          </a:ln>
        </p:spPr>
        <p:txBody>
          <a:bodyPr wrap="square" lIns="0" tIns="0" rIns="0" bIns="0" rtlCol="0" anchor="ctr"/>
          <a:lstStyle/>
          <a:p>
            <a:pPr marL="0" indent="0" algn="r" rtl="1">
              <a:spcBef>
                <a:spcPts val="0"/>
              </a:spcBef>
              <a:buNone/>
            </a:pPr>
            <a:r>
              <a:rPr lang="ar-SA" sz="1200" b="1" dirty="0">
                <a:solidFill>
                  <a:srgbClr val="0C7373"/>
                </a:solidFill>
                <a:latin typeface="IBM Plex Sans Arabic"/>
                <a:cs typeface="IBM Plex Sans Arabic"/>
              </a:rPr>
              <a:t>الشعار والجهة</a:t>
            </a:r>
          </a:p>
        </p:txBody>
      </p:sp>
      <p:sp>
        <p:nvSpPr>
          <p:cNvPr id="29" name="نص: الشعار والجهة"/>
          <p:cNvSpPr txBox="1"/>
          <p:nvPr/>
        </p:nvSpPr>
        <p:spPr>
          <a:xfrm>
            <a:off x="432000" y="6818400"/>
            <a:ext cx="6264000" cy="475200"/>
          </a:xfrm>
          <a:prstGeom prst="rect">
            <a:avLst/>
          </a:prstGeom>
          <a:noFill/>
          <a:ln>
            <a:noFill/>
          </a:ln>
        </p:spPr>
        <p:txBody>
          <a:bodyPr wrap="square" lIns="0" tIns="0" rIns="0" bIns="0" rtlCol="0" anchor="t"/>
          <a:lstStyle/>
          <a:p>
            <a:pPr marL="0" indent="0" algn="r" rtl="1">
              <a:lnSpc>
                <a:spcPct val="114999"/>
              </a:lnSpc>
              <a:spcBef>
                <a:spcPts val="0"/>
              </a:spcBef>
              <a:buNone/>
            </a:pPr>
            <a:r>
              <a:rPr lang="ar-SA" sz="1050" dirty="0">
                <a:solidFill>
                  <a:srgbClr val="1F2A37"/>
                </a:solidFill>
                <a:latin typeface="IBM Plex Sans Arabic"/>
                <a:cs typeface="IBM Plex Sans Arabic"/>
              </a:rPr>
              <a:t>انقر أيقونة الصورة أعلى اليمين لإدراج شعار جهتك مرة واحدة؛ يُنسخ تلقائيًا مع تكرار الشريحة. إن حُذف حقل أو تحرّك بالخطأ: الصفحة الرئيسية ← إعادة تعيين (Reset).</a:t>
            </a:r>
          </a:p>
        </p:txBody>
      </p:sp>
      <p:sp>
        <p:nvSpPr>
          <p:cNvPr id="30" name="رقم الخطوة"/>
          <p:cNvSpPr txBox="1"/>
          <p:nvPr/>
        </p:nvSpPr>
        <p:spPr>
          <a:xfrm>
            <a:off x="6840000" y="7466400"/>
            <a:ext cx="252000" cy="252000"/>
          </a:xfrm>
          <a:prstGeom prst="ellipse">
            <a:avLst/>
          </a:prstGeom>
          <a:solidFill>
            <a:srgbClr val="0C7373"/>
          </a:solidFill>
          <a:ln>
            <a:noFill/>
          </a:ln>
        </p:spPr>
        <p:txBody>
          <a:bodyPr wrap="square" lIns="0" tIns="0" rIns="0" bIns="0" rtlCol="0" anchor="ctr"/>
          <a:lstStyle/>
          <a:p>
            <a:pPr marL="0" indent="0" algn="ctr" rtl="0">
              <a:spcBef>
                <a:spcPts val="0"/>
              </a:spcBef>
              <a:buNone/>
            </a:pPr>
            <a:r>
              <a:rPr lang="en-US" sz="900" b="1" dirty="0">
                <a:solidFill>
                  <a:srgbClr val="FFFFFF"/>
                </a:solidFill>
                <a:latin typeface="IBM Plex Sans Arabic"/>
                <a:cs typeface="IBM Plex Sans Arabic"/>
              </a:rPr>
              <a:t>6</a:t>
            </a:r>
          </a:p>
        </p:txBody>
      </p:sp>
      <p:sp>
        <p:nvSpPr>
          <p:cNvPr id="31" name="دليل: الخط"/>
          <p:cNvSpPr txBox="1"/>
          <p:nvPr/>
        </p:nvSpPr>
        <p:spPr>
          <a:xfrm>
            <a:off x="432000" y="7437600"/>
            <a:ext cx="6264000" cy="252000"/>
          </a:xfrm>
          <a:prstGeom prst="rect">
            <a:avLst/>
          </a:prstGeom>
          <a:noFill/>
          <a:ln>
            <a:noFill/>
          </a:ln>
        </p:spPr>
        <p:txBody>
          <a:bodyPr wrap="square" lIns="0" tIns="0" rIns="0" bIns="0" rtlCol="0" anchor="ctr"/>
          <a:lstStyle/>
          <a:p>
            <a:pPr marL="0" indent="0" algn="r" rtl="1">
              <a:spcBef>
                <a:spcPts val="0"/>
              </a:spcBef>
              <a:buNone/>
            </a:pPr>
            <a:r>
              <a:rPr lang="ar-SA" sz="1200" b="1" dirty="0">
                <a:solidFill>
                  <a:srgbClr val="0C7373"/>
                </a:solidFill>
                <a:latin typeface="IBM Plex Sans Arabic"/>
                <a:cs typeface="IBM Plex Sans Arabic"/>
              </a:rPr>
              <a:t>الخط</a:t>
            </a:r>
          </a:p>
        </p:txBody>
      </p:sp>
      <p:sp>
        <p:nvSpPr>
          <p:cNvPr id="32" name="نص: الخط"/>
          <p:cNvSpPr txBox="1"/>
          <p:nvPr/>
        </p:nvSpPr>
        <p:spPr>
          <a:xfrm>
            <a:off x="432000" y="7689600"/>
            <a:ext cx="6264000" cy="676800"/>
          </a:xfrm>
          <a:prstGeom prst="rect">
            <a:avLst/>
          </a:prstGeom>
          <a:noFill/>
          <a:ln>
            <a:noFill/>
          </a:ln>
        </p:spPr>
        <p:txBody>
          <a:bodyPr wrap="square" lIns="0" tIns="0" rIns="0" bIns="0" rtlCol="0" anchor="t"/>
          <a:lstStyle/>
          <a:p>
            <a:pPr marL="0" indent="0" algn="r" rtl="1">
              <a:lnSpc>
                <a:spcPct val="114999"/>
              </a:lnSpc>
              <a:spcBef>
                <a:spcPts val="0"/>
              </a:spcBef>
              <a:buNone/>
            </a:pPr>
            <a:r>
              <a:rPr lang="ar-SA" sz="1050" dirty="0">
                <a:solidFill>
                  <a:srgbClr val="1F2A37"/>
                </a:solidFill>
                <a:latin typeface="IBM Plex Sans Arabic"/>
                <a:cs typeface="IBM Plex Sans Arabic"/>
              </a:rPr>
              <a:t>القالب مبني على خط IBM Plex Sans Arabic بوزنيه Regular وBold للعناوين وMedium للمتن (مرفقة في مجلد fonts، ترخيص مفتوح). ثبّت الملفات الأربعة بالنقر المزدوج ← «تثبيت»؛ لا يحتاج صلاحيات مسؤول. دون تثبيتها يستبدلها أوفيس بخط قريب.</a:t>
            </a:r>
          </a:p>
        </p:txBody>
      </p:sp>
      <p:sp>
        <p:nvSpPr>
          <p:cNvPr id="33" name="رقم الخطوة"/>
          <p:cNvSpPr txBox="1"/>
          <p:nvPr/>
        </p:nvSpPr>
        <p:spPr>
          <a:xfrm>
            <a:off x="6840000" y="8539200"/>
            <a:ext cx="252000" cy="252000"/>
          </a:xfrm>
          <a:prstGeom prst="ellipse">
            <a:avLst/>
          </a:prstGeom>
          <a:solidFill>
            <a:srgbClr val="0C7373"/>
          </a:solidFill>
          <a:ln>
            <a:noFill/>
          </a:ln>
        </p:spPr>
        <p:txBody>
          <a:bodyPr wrap="square" lIns="0" tIns="0" rIns="0" bIns="0" rtlCol="0" anchor="ctr"/>
          <a:lstStyle/>
          <a:p>
            <a:pPr marL="0" indent="0" algn="ctr" rtl="0">
              <a:spcBef>
                <a:spcPts val="0"/>
              </a:spcBef>
              <a:buNone/>
            </a:pPr>
            <a:r>
              <a:rPr lang="en-US" sz="900" b="1" dirty="0">
                <a:solidFill>
                  <a:srgbClr val="FFFFFF"/>
                </a:solidFill>
                <a:latin typeface="IBM Plex Sans Arabic"/>
                <a:cs typeface="IBM Plex Sans Arabic"/>
              </a:rPr>
              <a:t>7</a:t>
            </a:r>
          </a:p>
        </p:txBody>
      </p:sp>
      <p:sp>
        <p:nvSpPr>
          <p:cNvPr id="34" name="دليل: نصائح الكتابة"/>
          <p:cNvSpPr txBox="1"/>
          <p:nvPr/>
        </p:nvSpPr>
        <p:spPr>
          <a:xfrm>
            <a:off x="432000" y="8510400"/>
            <a:ext cx="6264000" cy="252000"/>
          </a:xfrm>
          <a:prstGeom prst="rect">
            <a:avLst/>
          </a:prstGeom>
          <a:noFill/>
          <a:ln>
            <a:noFill/>
          </a:ln>
        </p:spPr>
        <p:txBody>
          <a:bodyPr wrap="square" lIns="0" tIns="0" rIns="0" bIns="0" rtlCol="0" anchor="ctr"/>
          <a:lstStyle/>
          <a:p>
            <a:pPr marL="0" indent="0" algn="r" rtl="1">
              <a:spcBef>
                <a:spcPts val="0"/>
              </a:spcBef>
              <a:buNone/>
            </a:pPr>
            <a:r>
              <a:rPr lang="ar-SA" sz="1200" b="1" dirty="0">
                <a:solidFill>
                  <a:srgbClr val="0C7373"/>
                </a:solidFill>
                <a:latin typeface="IBM Plex Sans Arabic"/>
                <a:cs typeface="IBM Plex Sans Arabic"/>
              </a:rPr>
              <a:t>نصائح الكتابة</a:t>
            </a:r>
          </a:p>
        </p:txBody>
      </p:sp>
      <p:sp>
        <p:nvSpPr>
          <p:cNvPr id="35" name="نص: نصائح الكتابة"/>
          <p:cNvSpPr txBox="1"/>
          <p:nvPr/>
        </p:nvSpPr>
        <p:spPr>
          <a:xfrm>
            <a:off x="432000" y="8762400"/>
            <a:ext cx="6264000" cy="878400"/>
          </a:xfrm>
          <a:prstGeom prst="rect">
            <a:avLst/>
          </a:prstGeom>
          <a:noFill/>
          <a:ln>
            <a:noFill/>
          </a:ln>
        </p:spPr>
        <p:txBody>
          <a:bodyPr wrap="square" lIns="0" tIns="0" rIns="0" bIns="0" rtlCol="0" anchor="t"/>
          <a:lstStyle/>
          <a:p>
            <a:pPr marL="0" indent="0" algn="r" rtl="1">
              <a:lnSpc>
                <a:spcPct val="114999"/>
              </a:lnSpc>
              <a:spcBef>
                <a:spcPts val="0"/>
              </a:spcBef>
              <a:buNone/>
            </a:pPr>
            <a:r>
              <a:rPr lang="ar-SA" sz="1050" dirty="0">
                <a:solidFill>
                  <a:srgbClr val="1F2A37"/>
                </a:solidFill>
                <a:latin typeface="IBM Plex Sans Arabic"/>
                <a:cs typeface="IBM Plex Sans Arabic"/>
              </a:rPr>
              <a:t>ابدأ كل مهمة بالنتيجة لا بالنشاط («نُشرت اللوحة واعتمدتها 3 إدارات» بدل «عملت على اللوحة»). سبعة بنود كحد أقصى في المنجز وستة صفوف في الجدول. الأعداد في الخلاصة تطابق البطاقات وحالات الجدول. التحديات: السبب ← الأثر ← الموعد الجديد ← هل يحتاج تدخّلك؟ واكتب «لا توجد تحديات» إن لم توجد.</a:t>
            </a:r>
          </a:p>
        </p:txBody>
      </p:sp>
      <p:sp>
        <p:nvSpPr>
          <p:cNvPr id="36" name="تذييل الدليل"/>
          <p:cNvSpPr txBox="1"/>
          <p:nvPr/>
        </p:nvSpPr>
        <p:spPr>
          <a:xfrm>
            <a:off x="432000" y="10224000"/>
            <a:ext cx="6696000" cy="216000"/>
          </a:xfrm>
          <a:prstGeom prst="rect">
            <a:avLst/>
          </a:prstGeom>
          <a:noFill/>
          <a:ln>
            <a:noFill/>
          </a:ln>
        </p:spPr>
        <p:txBody>
          <a:bodyPr wrap="square" lIns="0" tIns="0" rIns="0" bIns="0" rtlCol="0" anchor="ctr"/>
          <a:lstStyle/>
          <a:p>
            <a:pPr marL="0" indent="0" algn="r" rtl="1">
              <a:spcBef>
                <a:spcPts val="0"/>
              </a:spcBef>
              <a:buNone/>
            </a:pPr>
            <a:r>
              <a:rPr lang="ar-SA" sz="850" dirty="0">
                <a:solidFill>
                  <a:srgbClr val="6C727E"/>
                </a:solidFill>
                <a:latin typeface="IBM Plex Sans Arabic"/>
                <a:cs typeface="IBM Plex Sans Arabic"/>
              </a:rPr>
              <a:t>القالب مستوحى من الهوية البصرية لسدايا (ألوانها وتدرجاتها وزخرفة شبكية) دون استخدام شعارها.</a:t>
            </a:r>
          </a:p>
        </p:txBody>
      </p:sp>
    </p:spTree>
  </p:cSld>
  <p:clrMapOvr>
    <a:masterClrMapping/>
  </p:clrMapOvr>
</p:sld>
</file>

<file path=ppt/theme/theme1.xml><?xml version="1.0" encoding="utf-8"?>
<a:theme xmlns:a="http://schemas.openxmlformats.org/drawingml/2006/main" name="Office Theme">
  <a:themeElements>
    <a:clrScheme name="SDAIA-inspired">
      <a:dk1>
        <a:srgbClr val="1F2A37"/>
      </a:dk1>
      <a:lt1>
        <a:srgbClr val="FFFFFF"/>
      </a:lt1>
      <a:dk2>
        <a:srgbClr val="273470"/>
      </a:dk2>
      <a:lt2>
        <a:srgbClr val="EEF0F8"/>
      </a:lt2>
      <a:accent1>
        <a:srgbClr val="0C7373"/>
      </a:accent1>
      <a:accent2>
        <a:srgbClr val="6459A7"/>
      </a:accent2>
      <a:accent3>
        <a:srgbClr val="127A5B"/>
      </a:accent3>
      <a:accent4>
        <a:srgbClr val="33CC99"/>
      </a:accent4>
      <a:accent5>
        <a:srgbClr val="66CCFF"/>
      </a:accent5>
      <a:accent6>
        <a:srgbClr val="B54708"/>
      </a:accent6>
      <a:hlink>
        <a:srgbClr val="0C7373"/>
      </a:hlink>
      <a:folHlink>
        <a:srgbClr val="6459A7"/>
      </a:folHlink>
    </a:clrScheme>
    <a:fontScheme name="Office">
      <a:majorFont>
        <a:latin typeface="IBM Plex Sans Arabic"/>
        <a:ea typeface=""/>
        <a:cs typeface="IBM Plex Sans Arabic"/>
        <a:font script="Jpan" typeface="ＭＳ Ｐゴシック"/>
        <a:font script="Hang" typeface="맑은 고딕"/>
        <a:font script="Hans" typeface="宋体"/>
        <a:font script="Hant" typeface="新細明體"/>
        <a:font script="Arab" typeface="IBM Plex Sans Arabic"/>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BM Plex Sans Arabic"/>
        <a:ea typeface=""/>
        <a:cs typeface="IBM Plex Sans Arabic"/>
        <a:font script="Jpan" typeface="ＭＳ Ｐゴシック"/>
        <a:font script="Hang" typeface="맑은 고딕"/>
        <a:font script="Hans" typeface="宋体"/>
        <a:font script="Hant" typeface="新細明體"/>
        <a:font script="Arab" typeface="IBM Plex Sans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التقرير الأسبوعي للمهام — قالب مختصر</dc:title>
  <dc:subject>قالب تقرير أسبوعي للمهام (A4 عمودي، عربي)</dc:subject>
  <dc:creator/>
  <cp:keywords/>
  <dc:description/>
  <cp:lastModifiedBy/>
  <cp:revision>1</cp:revision>
  <dcterms:created xsi:type="dcterms:W3CDTF">2026-10-29T10:22:51Z</dcterms:created>
  <dcterms:modified xsi:type="dcterms:W3CDTF">2026-10-29T10:22:51Z</dcterms:modified>
  <cp:category/>
  <dc:language>ar-SA</dc:language>
</cp:coreProperties>
</file>